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C49-524D-6A82-4028-DB330EB51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86044-0F2D-4B83-7837-659CE384E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FF197-B183-92D2-5904-82BA30F4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F0A89-9FC8-EA33-3CC1-0216062BB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A8C38-FF56-033F-5B0B-081C1C46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19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482C-1FBE-1CF6-7CA7-36BC4031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AF14B-AD69-FE5A-0AD3-D4AA931A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D994B-22B3-FAC1-2FB8-DE1FED79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59DB4-22CF-085C-4F7F-7C635C3B2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1D2C8-ED2B-609D-E2CB-78DFAD08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91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3E5C-7F7C-8BBE-8835-EC7381F5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AFD1B-DDF0-F2EF-4E99-3023FF343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D566A-D827-F9B5-7EB8-02E92490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F6A14-F7B2-EFE2-A37E-2E385A77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E3842-44E3-5984-9C01-4351CE768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5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7266-A8CA-95BE-63B8-C73D9779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0791-971F-47B5-E7A2-B41ECA098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66982-E29E-4967-C361-8077DD3B6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9E41E-1573-D250-3D56-C6D1E386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36D2F-FCDF-97B9-9F09-57F97DED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AF751-51B0-5B2E-12FF-0219EEF1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02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0EED-4CF6-97AA-0959-3DDB8F43A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B3DAA-B426-4536-5B02-DE7C68BF9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25344-207C-CF6B-0168-005EA534B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57C2F-5A27-3853-FF16-A2ACAD1C2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E9C93-4EB1-4703-9910-CBC1B3CBD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62779-B3EF-C03F-66FB-DC06E1518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3E27D0-368A-25B8-5B26-88B586E9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EA327-6ED0-1419-DC21-47C67522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8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6D8D-4E51-6487-2EAF-7973E8E6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1C0873-F131-FB4B-8706-0D28EFB6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A5FB5-18DB-DABD-5AF5-40253FE1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FDDF9-DFD1-11EE-FA0E-53F0D5C9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4ECAE-83AE-BE44-AD81-B40C4123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D0E0E4-BB84-085E-BD4A-87265846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F3EF1-5F03-FEF7-ADED-3BD89CDE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7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DE6E-C29E-FA13-A300-440462214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01132-568F-28E8-984F-5005F09EA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801CA-5016-6EE9-24EF-173933D30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75E16-EE34-4676-4113-1FDE50F4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29960-3F94-7578-65C7-61D0991E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E3B86-675D-6601-1C74-50A9D0ED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6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9048-874A-6DB2-4C05-2E4BA402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3F36FB-3E27-D512-27C5-9BD36F7DA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2E8EE-B91D-B975-8AA2-965D80C5F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A5459-0B13-4338-DC14-40D0A6B0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86950-1182-C9B5-DFBB-C736670E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88D16-9F6C-BBC3-439A-F783195F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7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69678-C74E-DF5E-9C0D-A92CD150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46F1B-69B2-B803-2228-EB9C5FA86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F2540-10DF-61E6-061D-608C303E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EA382-C575-6B6F-31D4-BA0BAC64B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2C80B-6A36-603E-A084-9BB47AA9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84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F8572A-183D-F74B-6EDD-F8D50DC90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7A210-9F60-AB6B-3C5E-55156CF72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637F1-116E-FE8C-4972-17557B3CE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AB095-D41B-BD65-AA53-47F975EC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0491-F3DE-65A3-6A70-251AB76E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9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59233B-70C9-43DA-3E18-B7FFA4E1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84459-964F-DFC9-FFC2-BE3890375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483A3-EA63-D963-AFD4-8146E5E4D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7DB64-211A-D240-A541-98414A1541C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751D1-6FCF-DBB4-6768-7985B5835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4355C-E12C-203A-4789-0A3541140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8299-1C54-EE4B-9ADB-7D5F7C0A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5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512F-F071-B584-3DE9-FA8430167B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A5734-B6AE-77F3-F534-EFAF9CCBB3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36C9A8-231E-6368-424E-1C8F6DA28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2798"/>
            <a:ext cx="10058400" cy="679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2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9C300A-947B-D0C5-E058-A4BBA7D90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81" y="0"/>
            <a:ext cx="8439339" cy="49195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231722-AA30-FACC-CDA6-742A81978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446" y="4696311"/>
            <a:ext cx="8172074" cy="183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64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70D787-38F2-8060-6508-7A997F4D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54" y="121406"/>
            <a:ext cx="4796134" cy="66151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4EB11-A88B-B395-48F4-817539EB1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183" y="255457"/>
            <a:ext cx="4619409" cy="499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6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CAF75A-35EC-6A4E-B196-AB3590913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302" y="0"/>
            <a:ext cx="3908339" cy="4592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E6E238-5949-DA26-D5A5-55D465A725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751" t="63165" r="9964" b="17389"/>
          <a:stretch>
            <a:fillRect/>
          </a:stretch>
        </p:blipFill>
        <p:spPr>
          <a:xfrm>
            <a:off x="1453510" y="4682188"/>
            <a:ext cx="3849256" cy="1433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BA485D-D5DF-5381-AA60-FC03ECEE44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62" t="54145" r="11295" b="801"/>
          <a:stretch>
            <a:fillRect/>
          </a:stretch>
        </p:blipFill>
        <p:spPr>
          <a:xfrm>
            <a:off x="6342631" y="0"/>
            <a:ext cx="3649709" cy="3144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F3F016-4721-B0D5-EFCF-415659B39B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542" t="10074" r="48862" b="41444"/>
          <a:stretch>
            <a:fillRect/>
          </a:stretch>
        </p:blipFill>
        <p:spPr>
          <a:xfrm>
            <a:off x="6203757" y="3429000"/>
            <a:ext cx="3788583" cy="31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9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1468DB-55E7-A6A0-7141-FA50E38C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959" y="183961"/>
            <a:ext cx="6469891" cy="628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4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2E3E40-1FD4-2D7E-019A-06A1E361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30" y="389801"/>
            <a:ext cx="4454853" cy="4068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E06927-4EBD-FEC4-B41E-516215F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781" y="619025"/>
            <a:ext cx="4454853" cy="512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8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DA5734-B6AE-77F3-F534-EFAF9CCBB3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8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Binu Bharti/SARJAPUR/OWIS/INDIA</dc:creator>
  <cp:lastModifiedBy>Binu Bharti/SARJAPUR/OWIS/INDIA</cp:lastModifiedBy>
  <cp:revision>1</cp:revision>
  <dcterms:created xsi:type="dcterms:W3CDTF">2025-09-02T06:48:16Z</dcterms:created>
  <dcterms:modified xsi:type="dcterms:W3CDTF">2025-09-02T18:21:04Z</dcterms:modified>
</cp:coreProperties>
</file>