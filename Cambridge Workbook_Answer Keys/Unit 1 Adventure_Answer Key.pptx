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8lEQs+wZhgB6EefY4+iDHJyjY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ArialBlack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a511c2a7c0f158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a511c2a7c0f158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6efe27e427ea417a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6efe27e427ea417a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6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subTitle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38" name="Google Shape;38;p1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1097278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9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/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D2CDB0"/>
          </a:solidFill>
          <a:ln>
            <a:noFill/>
          </a:ln>
        </p:spPr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1377" y="324487"/>
            <a:ext cx="4768651" cy="599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/>
        </p:nvSpPr>
        <p:spPr>
          <a:xfrm>
            <a:off x="1987825" y="1820852"/>
            <a:ext cx="690024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IN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700490" y="93303"/>
            <a:ext cx="111966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2623925" y="245800"/>
            <a:ext cx="30357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 Black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113" name="Google Shape;113;p2"/>
          <p:cNvPicPr preferRelativeResize="0"/>
          <p:nvPr/>
        </p:nvPicPr>
        <p:blipFill rotWithShape="1">
          <a:blip r:embed="rId3">
            <a:alphaModFix/>
          </a:blip>
          <a:srcRect b="6352" l="22829" r="43758" t="27819"/>
          <a:stretch/>
        </p:blipFill>
        <p:spPr>
          <a:xfrm>
            <a:off x="2115374" y="245801"/>
            <a:ext cx="4367776" cy="5980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/>
        </p:nvSpPr>
        <p:spPr>
          <a:xfrm>
            <a:off x="503900" y="294975"/>
            <a:ext cx="11214900" cy="6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772" y="294975"/>
            <a:ext cx="4319914" cy="5993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5950" y="4774800"/>
            <a:ext cx="5499926" cy="130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4">
            <a:alphaModFix/>
          </a:blip>
          <a:srcRect b="11363" l="0" r="0" t="0"/>
          <a:stretch/>
        </p:blipFill>
        <p:spPr>
          <a:xfrm>
            <a:off x="1580323" y="72525"/>
            <a:ext cx="5695551" cy="470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397" y="365638"/>
            <a:ext cx="6570300" cy="4823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511c2a7c0f1585_0"/>
          <p:cNvSpPr txBox="1"/>
          <p:nvPr/>
        </p:nvSpPr>
        <p:spPr>
          <a:xfrm>
            <a:off x="1331843" y="910426"/>
            <a:ext cx="7814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a511c2a7c0f1585_0"/>
          <p:cNvSpPr txBox="1"/>
          <p:nvPr/>
        </p:nvSpPr>
        <p:spPr>
          <a:xfrm>
            <a:off x="940200" y="534625"/>
            <a:ext cx="105696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ga511c2a7c0f1585_0"/>
          <p:cNvPicPr preferRelativeResize="0"/>
          <p:nvPr/>
        </p:nvPicPr>
        <p:blipFill rotWithShape="1">
          <a:blip r:embed="rId3">
            <a:alphaModFix/>
          </a:blip>
          <a:srcRect b="21038" l="56426" r="10863" t="24863"/>
          <a:stretch/>
        </p:blipFill>
        <p:spPr>
          <a:xfrm>
            <a:off x="1689924" y="461825"/>
            <a:ext cx="5137348" cy="572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efe27e427ea417a_0"/>
          <p:cNvSpPr txBox="1"/>
          <p:nvPr/>
        </p:nvSpPr>
        <p:spPr>
          <a:xfrm>
            <a:off x="1331851" y="910425"/>
            <a:ext cx="93177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6efe27e427ea417a_0"/>
          <p:cNvSpPr txBox="1"/>
          <p:nvPr/>
        </p:nvSpPr>
        <p:spPr>
          <a:xfrm>
            <a:off x="1095789" y="2146852"/>
            <a:ext cx="80508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