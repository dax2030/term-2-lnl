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embeddedFontLst>
    <p:embeddedFont>
      <p:font typeface="Play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W5mWLUNuCJ/2tcGdLWdmTlex7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a511d9c5a27742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2a511d9c5a277422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71820" l="21707" r="40427" t="20100"/>
          <a:stretch/>
        </p:blipFill>
        <p:spPr>
          <a:xfrm>
            <a:off x="1700787" y="2926791"/>
            <a:ext cx="8958702" cy="1328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"/>
          <p:cNvPicPr preferRelativeResize="0"/>
          <p:nvPr/>
        </p:nvPicPr>
        <p:blipFill rotWithShape="1">
          <a:blip r:embed="rId3">
            <a:alphaModFix/>
          </a:blip>
          <a:srcRect b="11814" l="22300" r="42986" t="21022"/>
          <a:stretch/>
        </p:blipFill>
        <p:spPr>
          <a:xfrm>
            <a:off x="2462775" y="195074"/>
            <a:ext cx="4955652" cy="6662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b="33574" l="21518" r="46402" t="36033"/>
          <a:stretch/>
        </p:blipFill>
        <p:spPr>
          <a:xfrm>
            <a:off x="2273800" y="749799"/>
            <a:ext cx="5916774" cy="3895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4"/>
          <p:cNvPicPr preferRelativeResize="0"/>
          <p:nvPr/>
        </p:nvPicPr>
        <p:blipFill rotWithShape="1">
          <a:blip r:embed="rId3">
            <a:alphaModFix/>
          </a:blip>
          <a:srcRect b="12370" l="22043" r="46216" t="65303"/>
          <a:stretch/>
        </p:blipFill>
        <p:spPr>
          <a:xfrm>
            <a:off x="2566400" y="382650"/>
            <a:ext cx="4273299" cy="20887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4"/>
          <p:cNvPicPr preferRelativeResize="0"/>
          <p:nvPr/>
        </p:nvPicPr>
        <p:blipFill rotWithShape="1">
          <a:blip r:embed="rId4">
            <a:alphaModFix/>
          </a:blip>
          <a:srcRect b="29386" l="56535" r="10262" t="20121"/>
          <a:stretch/>
        </p:blipFill>
        <p:spPr>
          <a:xfrm>
            <a:off x="2566400" y="2182375"/>
            <a:ext cx="4273299" cy="4516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5"/>
          <p:cNvPicPr preferRelativeResize="0"/>
          <p:nvPr/>
        </p:nvPicPr>
        <p:blipFill rotWithShape="1">
          <a:blip r:embed="rId3">
            <a:alphaModFix/>
          </a:blip>
          <a:srcRect b="49014" l="54885" r="11175" t="21309"/>
          <a:stretch/>
        </p:blipFill>
        <p:spPr>
          <a:xfrm>
            <a:off x="2901701" y="536449"/>
            <a:ext cx="4657348" cy="2829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b="9587" l="54042" r="10469" t="37764"/>
          <a:stretch/>
        </p:blipFill>
        <p:spPr>
          <a:xfrm>
            <a:off x="2865125" y="188975"/>
            <a:ext cx="4553750" cy="46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6"/>
          <p:cNvPicPr preferRelativeResize="0"/>
          <p:nvPr/>
        </p:nvPicPr>
        <p:blipFill rotWithShape="1">
          <a:blip r:embed="rId4">
            <a:alphaModFix/>
          </a:blip>
          <a:srcRect b="45438" l="22125" r="41997" t="25811"/>
          <a:stretch/>
        </p:blipFill>
        <p:spPr>
          <a:xfrm>
            <a:off x="3157723" y="4084291"/>
            <a:ext cx="4553750" cy="253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2a511d9c5a277422_8"/>
          <p:cNvPicPr preferRelativeResize="0"/>
          <p:nvPr/>
        </p:nvPicPr>
        <p:blipFill rotWithShape="1">
          <a:blip r:embed="rId3">
            <a:alphaModFix/>
          </a:blip>
          <a:srcRect b="20278" l="22238" r="45698" t="52930"/>
          <a:stretch/>
        </p:blipFill>
        <p:spPr>
          <a:xfrm>
            <a:off x="2767575" y="170697"/>
            <a:ext cx="4241451" cy="2462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2a511d9c5a277422_8"/>
          <p:cNvPicPr preferRelativeResize="0"/>
          <p:nvPr/>
        </p:nvPicPr>
        <p:blipFill rotWithShape="1">
          <a:blip r:embed="rId3">
            <a:alphaModFix/>
          </a:blip>
          <a:srcRect b="30636" l="56129" r="10322" t="26127"/>
          <a:stretch/>
        </p:blipFill>
        <p:spPr>
          <a:xfrm>
            <a:off x="2767575" y="2502350"/>
            <a:ext cx="4736603" cy="4242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2025-09-02T06:48:16Z</dcterms:created>
  <dc:creator>Binu Bharti/SARJAPUR/OWIS/INDIA</dc:creator>
</cp:coreProperties>
</file>