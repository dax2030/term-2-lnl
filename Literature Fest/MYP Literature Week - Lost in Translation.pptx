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f1f5142514169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f1f5142514169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5f1f51425141696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5f1f51425141696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f1f5142514169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f1f5142514169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f1f51425141696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f1f51425141696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5f1f51425141696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5f1f5142514169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f1f5142514169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f1f5142514169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350" y="102013"/>
            <a:ext cx="8781288" cy="493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463" y="76191"/>
            <a:ext cx="8873074" cy="4991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