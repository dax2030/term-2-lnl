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8288000" cy="10287000"/>
  <p:notesSz cx="6858000" cy="9144000"/>
  <p:embeddedFontLst>
    <p:embeddedFont>
      <p:font typeface="Algerian" panose="04020705040A02060702" pitchFamily="82" charset="0"/>
      <p:regular r:id="rId5"/>
    </p:embeddedFont>
    <p:embeddedFont>
      <p:font typeface="Anton" panose="020F0502020204030204" pitchFamily="2" charset="0"/>
      <p:regular r:id="rId6"/>
    </p:embeddedFont>
    <p:embeddedFont>
      <p:font typeface="Garamond" panose="02020404030301010803" pitchFamily="18" charset="0"/>
      <p:regular r:id="rId7"/>
      <p:bold r:id="rId8"/>
      <p:italic r:id="rId9"/>
      <p:boldItalic r:id="rId10"/>
    </p:embeddedFont>
    <p:embeddedFont>
      <p:font typeface="Pacifico" panose="020F0502020204030204" pitchFamily="2" charset="0"/>
      <p:regular r:id="rId11"/>
    </p:embeddedFont>
    <p:embeddedFont>
      <p:font typeface="Rubik" panose="020B0604020202020204" charset="-79"/>
      <p:regular r:id="rId12"/>
      <p:bold r:id="rId13"/>
      <p:italic r:id="rId14"/>
      <p:boldItalic r:id="rId15"/>
    </p:embeddedFont>
    <p:embeddedFont>
      <p:font typeface="Shrikhand" panose="020B0604020202020204" charset="0"/>
      <p:regular r:id="rId16"/>
    </p:embeddedFont>
    <p:embeddedFont>
      <p:font typeface="Teko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29yrUOyjx2/mdxFKf4JxWIeW2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46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0"/>
          <p:cNvGrpSpPr/>
          <p:nvPr/>
        </p:nvGrpSpPr>
        <p:grpSpPr>
          <a:xfrm>
            <a:off x="-25401" y="0"/>
            <a:ext cx="18346740" cy="10284321"/>
            <a:chOff x="-16934" y="0"/>
            <a:chExt cx="12231160" cy="6856214"/>
          </a:xfrm>
        </p:grpSpPr>
        <p:pic>
          <p:nvPicPr>
            <p:cNvPr id="18" name="Google Shape;18;p10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0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" name="Google Shape;20;p10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0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10"/>
          <p:cNvSpPr txBox="1">
            <a:spLocks noGrp="1"/>
          </p:cNvSpPr>
          <p:nvPr>
            <p:ph type="ctrTitle"/>
          </p:nvPr>
        </p:nvSpPr>
        <p:spPr>
          <a:xfrm>
            <a:off x="4038598" y="2806697"/>
            <a:ext cx="10223504" cy="2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100"/>
              <a:buFont typeface="Garamond"/>
              <a:buNone/>
              <a:defRPr sz="8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ubTitle" idx="1"/>
          </p:nvPr>
        </p:nvSpPr>
        <p:spPr>
          <a:xfrm>
            <a:off x="4038598" y="5486396"/>
            <a:ext cx="10223504" cy="198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30"/>
              </a:spcBef>
              <a:spcAft>
                <a:spcPts val="0"/>
              </a:spcAft>
              <a:buSzPts val="3622"/>
              <a:buNone/>
              <a:defRPr sz="3150">
                <a:solidFill>
                  <a:schemeClr val="dk1"/>
                </a:solidFill>
              </a:defRPr>
            </a:lvl1pPr>
            <a:lvl2pPr lvl="1" algn="ctr">
              <a:spcBef>
                <a:spcPts val="900"/>
              </a:spcBef>
              <a:spcAft>
                <a:spcPts val="0"/>
              </a:spcAft>
              <a:buSzPts val="34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00"/>
              </a:spcBef>
              <a:spcAft>
                <a:spcPts val="0"/>
              </a:spcAft>
              <a:buSzPts val="3105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900"/>
              </a:spcBef>
              <a:spcAft>
                <a:spcPts val="0"/>
              </a:spcAft>
              <a:buSzPts val="27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900"/>
              </a:spcBef>
              <a:spcAft>
                <a:spcPts val="0"/>
              </a:spcAft>
              <a:buSzPts val="2415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900"/>
              </a:spcBef>
              <a:spcAft>
                <a:spcPts val="0"/>
              </a:spcAft>
              <a:buSzPts val="2415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900"/>
              </a:spcBef>
              <a:spcAft>
                <a:spcPts val="0"/>
              </a:spcAft>
              <a:buSzPts val="2415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900"/>
              </a:spcBef>
              <a:spcAft>
                <a:spcPts val="0"/>
              </a:spcAft>
              <a:buSzPts val="2415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900"/>
              </a:spcBef>
              <a:spcAft>
                <a:spcPts val="900"/>
              </a:spcAft>
              <a:buSzPts val="2415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11974849" y="7556495"/>
            <a:ext cx="134620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038596" y="7556495"/>
            <a:ext cx="782195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13435351" y="7556495"/>
            <a:ext cx="82675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10"/>
          <p:cNvCxnSpPr/>
          <p:nvPr/>
        </p:nvCxnSpPr>
        <p:spPr>
          <a:xfrm>
            <a:off x="4038599" y="5283197"/>
            <a:ext cx="10223502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12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1943102" y="3835398"/>
            <a:ext cx="14401794" cy="497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3022604" y="2628909"/>
            <a:ext cx="12238032" cy="273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 sz="66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>
            <a:off x="3022601" y="5769077"/>
            <a:ext cx="12238035" cy="143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720"/>
              </a:spcBef>
              <a:spcAft>
                <a:spcPts val="0"/>
              </a:spcAft>
              <a:buSzPts val="4140"/>
              <a:buNone/>
              <a:defRPr sz="36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" name="Google Shape;45;p13"/>
          <p:cNvCxnSpPr/>
          <p:nvPr/>
        </p:nvCxnSpPr>
        <p:spPr>
          <a:xfrm>
            <a:off x="3019085" y="5565878"/>
            <a:ext cx="1224507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14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1947672" y="3840480"/>
            <a:ext cx="7077456" cy="496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9272016" y="3840480"/>
            <a:ext cx="7077456" cy="496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1943100" y="3987800"/>
            <a:ext cx="7077456" cy="864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8"/>
              </a:spcBef>
              <a:spcAft>
                <a:spcPts val="0"/>
              </a:spcAft>
              <a:buSzPts val="4830"/>
              <a:buNone/>
              <a:defRPr sz="42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450"/>
              <a:buNone/>
              <a:defRPr sz="3000" b="1"/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 b="1"/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760"/>
              <a:buNone/>
              <a:defRPr sz="2400" b="1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1943100" y="4864894"/>
            <a:ext cx="7077456" cy="394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3"/>
          </p:nvPr>
        </p:nvSpPr>
        <p:spPr>
          <a:xfrm>
            <a:off x="9271005" y="3987800"/>
            <a:ext cx="7077456" cy="864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8"/>
              </a:spcBef>
              <a:spcAft>
                <a:spcPts val="0"/>
              </a:spcAft>
              <a:buSzPts val="4830"/>
              <a:buNone/>
              <a:defRPr sz="42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450"/>
              <a:buNone/>
              <a:defRPr sz="3000" b="1"/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 b="1"/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 b="1"/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760"/>
              <a:buNone/>
              <a:defRPr sz="2400" b="1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4"/>
          </p:nvPr>
        </p:nvSpPr>
        <p:spPr>
          <a:xfrm>
            <a:off x="9271005" y="4864894"/>
            <a:ext cx="7077456" cy="394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9" name="Google Shape;69;p16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1940717" y="2082801"/>
            <a:ext cx="557768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8128002" y="1473197"/>
            <a:ext cx="8204199" cy="734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2"/>
          </p:nvPr>
        </p:nvSpPr>
        <p:spPr>
          <a:xfrm>
            <a:off x="1940717" y="4546598"/>
            <a:ext cx="5577683" cy="3657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/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2070"/>
              <a:buNone/>
              <a:defRPr sz="1800"/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1725"/>
              <a:buNone/>
              <a:defRPr sz="1500"/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1553"/>
              <a:buNone/>
              <a:defRPr sz="135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17"/>
          <p:cNvCxnSpPr/>
          <p:nvPr/>
        </p:nvCxnSpPr>
        <p:spPr>
          <a:xfrm>
            <a:off x="2094254" y="4368800"/>
            <a:ext cx="52717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1943099" y="2825748"/>
            <a:ext cx="936272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200"/>
              <a:buFont typeface="Garamond"/>
              <a:buNone/>
              <a:defRPr sz="42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>
            <a:spLocks noGrp="1"/>
          </p:cNvSpPr>
          <p:nvPr>
            <p:ph type="pic" idx="2"/>
          </p:nvPr>
        </p:nvSpPr>
        <p:spPr>
          <a:xfrm>
            <a:off x="12142247" y="1562100"/>
            <a:ext cx="4595021" cy="71628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1943099" y="4883148"/>
            <a:ext cx="9362724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540"/>
              </a:spcBef>
              <a:spcAft>
                <a:spcPts val="0"/>
              </a:spcAft>
              <a:buSzPts val="3105"/>
              <a:buNone/>
              <a:defRPr sz="2700"/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2070"/>
              <a:buNone/>
              <a:defRPr sz="1800"/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1725"/>
              <a:buNone/>
              <a:defRPr sz="1500"/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1553"/>
              <a:buNone/>
              <a:defRPr sz="135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1943102" y="7223122"/>
            <a:ext cx="14414499" cy="85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>
            <a:spLocks noGrp="1"/>
          </p:cNvSpPr>
          <p:nvPr>
            <p:ph type="pic" idx="2"/>
          </p:nvPr>
        </p:nvSpPr>
        <p:spPr>
          <a:xfrm>
            <a:off x="1562141" y="1562099"/>
            <a:ext cx="15158958" cy="5003804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1943102" y="8073230"/>
            <a:ext cx="14414499" cy="74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/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2070"/>
              <a:buNone/>
              <a:defRPr sz="1800"/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1725"/>
              <a:buNone/>
              <a:defRPr sz="1500"/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1553"/>
              <a:buNone/>
              <a:defRPr sz="1350"/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1553"/>
              <a:buNone/>
              <a:defRPr sz="135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1955802" y="1473198"/>
            <a:ext cx="14389098" cy="443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Garamond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955802" y="6515099"/>
            <a:ext cx="14389098" cy="2298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600"/>
              </a:spcBef>
              <a:spcAft>
                <a:spcPts val="0"/>
              </a:spcAft>
              <a:buSzPts val="3450"/>
              <a:buNone/>
              <a:defRPr sz="3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20"/>
          <p:cNvCxnSpPr/>
          <p:nvPr/>
        </p:nvCxnSpPr>
        <p:spPr>
          <a:xfrm>
            <a:off x="2094254" y="6210299"/>
            <a:ext cx="141109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169320" y="1473198"/>
            <a:ext cx="13944597" cy="3556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aramond"/>
              <a:buNone/>
              <a:defRPr sz="48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2512218" y="5029200"/>
            <a:ext cx="1325880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600"/>
              </a:spcBef>
              <a:spcAft>
                <a:spcPts val="0"/>
              </a:spcAft>
              <a:buSzPts val="3450"/>
              <a:buFont typeface="Garamond"/>
              <a:buNone/>
              <a:defRPr sz="3000"/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450"/>
              <a:buFont typeface="Garamond"/>
              <a:buNone/>
              <a:defRPr/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3105"/>
              <a:buFont typeface="Garamond"/>
              <a:buNone/>
              <a:defRPr/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760"/>
              <a:buFont typeface="Garamond"/>
              <a:buNone/>
              <a:defRPr/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415"/>
              <a:buFont typeface="Garamond"/>
              <a:buNone/>
              <a:defRPr/>
            </a:lvl5pPr>
            <a:lvl6pPr marL="2743200" lvl="5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1943102" y="6515099"/>
            <a:ext cx="14414499" cy="2298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600"/>
              </a:spcBef>
              <a:spcAft>
                <a:spcPts val="0"/>
              </a:spcAft>
              <a:buSzPts val="3450"/>
              <a:buNone/>
              <a:defRPr sz="3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1293020" y="131994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21"/>
          <p:cNvSpPr txBox="1"/>
          <p:nvPr/>
        </p:nvSpPr>
        <p:spPr>
          <a:xfrm>
            <a:off x="15900401" y="424180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21"/>
          <p:cNvCxnSpPr/>
          <p:nvPr/>
        </p:nvCxnSpPr>
        <p:spPr>
          <a:xfrm>
            <a:off x="2094254" y="6210299"/>
            <a:ext cx="141109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1943103" y="4962872"/>
            <a:ext cx="14414502" cy="2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Garamond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1943102" y="7166072"/>
            <a:ext cx="14414502" cy="12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3450"/>
              <a:buNone/>
              <a:defRPr sz="3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2169320" y="1473198"/>
            <a:ext cx="13944597" cy="336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aramond"/>
              <a:buNone/>
              <a:defRPr sz="48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>
            <a:off x="1943102" y="5458968"/>
            <a:ext cx="14414502" cy="1330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4140"/>
              <a:buNone/>
              <a:defRPr sz="36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2"/>
          </p:nvPr>
        </p:nvSpPr>
        <p:spPr>
          <a:xfrm>
            <a:off x="1943102" y="6794500"/>
            <a:ext cx="14414502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40"/>
              </a:spcBef>
              <a:spcAft>
                <a:spcPts val="0"/>
              </a:spcAft>
              <a:buSzPts val="3105"/>
              <a:buNone/>
              <a:defRPr sz="27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3"/>
          <p:cNvSpPr txBox="1"/>
          <p:nvPr/>
        </p:nvSpPr>
        <p:spPr>
          <a:xfrm>
            <a:off x="1293020" y="131994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15900401" y="389889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23"/>
          <p:cNvCxnSpPr/>
          <p:nvPr/>
        </p:nvCxnSpPr>
        <p:spPr>
          <a:xfrm>
            <a:off x="2094254" y="5143500"/>
            <a:ext cx="141109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1943102" y="1473198"/>
            <a:ext cx="14414499" cy="336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1943102" y="5445252"/>
            <a:ext cx="14414502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4830"/>
              <a:buNone/>
              <a:defRPr sz="4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2"/>
          </p:nvPr>
        </p:nvSpPr>
        <p:spPr>
          <a:xfrm>
            <a:off x="1943100" y="6705599"/>
            <a:ext cx="14414505" cy="210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40"/>
              </a:spcBef>
              <a:spcAft>
                <a:spcPts val="0"/>
              </a:spcAft>
              <a:buSzPts val="3105"/>
              <a:buNone/>
              <a:defRPr sz="27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900"/>
              </a:spcBef>
              <a:spcAft>
                <a:spcPts val="0"/>
              </a:spcAft>
              <a:buSzPts val="3105"/>
              <a:buNone/>
              <a:defRPr sz="27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900"/>
              </a:spcBef>
              <a:spcAft>
                <a:spcPts val="0"/>
              </a:spcAft>
              <a:buSzPts val="276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900"/>
              </a:spcBef>
              <a:spcAft>
                <a:spcPts val="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900"/>
              </a:spcBef>
              <a:spcAft>
                <a:spcPts val="900"/>
              </a:spcAft>
              <a:buSzPts val="2415"/>
              <a:buNone/>
              <a:defRPr sz="2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24"/>
          <p:cNvCxnSpPr/>
          <p:nvPr/>
        </p:nvCxnSpPr>
        <p:spPr>
          <a:xfrm>
            <a:off x="2094254" y="5143500"/>
            <a:ext cx="141109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 rot="5400000">
            <a:off x="6654797" y="-876297"/>
            <a:ext cx="4978404" cy="1440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9" name="Google Shape;139;p25"/>
          <p:cNvCxnSpPr/>
          <p:nvPr/>
        </p:nvCxnSpPr>
        <p:spPr>
          <a:xfrm>
            <a:off x="2094254" y="3632199"/>
            <a:ext cx="14110947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 rot="5400000">
            <a:off x="11246905" y="3725327"/>
            <a:ext cx="7340603" cy="283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 rot="5400000">
            <a:off x="3847567" y="-431271"/>
            <a:ext cx="7340601" cy="1114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9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900"/>
              </a:spcBef>
              <a:spcAft>
                <a:spcPts val="9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6" name="Google Shape;146;p26"/>
          <p:cNvCxnSpPr/>
          <p:nvPr/>
        </p:nvCxnSpPr>
        <p:spPr>
          <a:xfrm>
            <a:off x="13295835" y="1485900"/>
            <a:ext cx="0" cy="73152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9"/>
          <p:cNvGrpSpPr/>
          <p:nvPr/>
        </p:nvGrpSpPr>
        <p:grpSpPr>
          <a:xfrm>
            <a:off x="-23604" y="0"/>
            <a:ext cx="18344943" cy="10284321"/>
            <a:chOff x="-15736" y="0"/>
            <a:chExt cx="12229962" cy="6856214"/>
          </a:xfrm>
        </p:grpSpPr>
        <p:pic>
          <p:nvPicPr>
            <p:cNvPr id="7" name="Google Shape;7;p9" descr="HD-PanelContent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9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Google Shape;9;p9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9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Garamond"/>
              <a:buNone/>
              <a:defRPr sz="6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1943102" y="3835398"/>
            <a:ext cx="14401794" cy="497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1490" algn="l" rtl="0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4140"/>
              <a:buFont typeface="Arial"/>
              <a:buChar char="•"/>
              <a:defRPr sz="3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447675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450"/>
              <a:buFont typeface="Arial"/>
              <a:buChar char="•"/>
              <a:defRPr sz="3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425767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105"/>
              <a:buFont typeface="Arial"/>
              <a:buChar char="•"/>
              <a:defRPr sz="27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40386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81952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415"/>
              <a:buFont typeface="Arial"/>
              <a:buChar char="•"/>
              <a:defRPr sz="21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81952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415"/>
              <a:buFont typeface="Arial"/>
              <a:buChar char="•"/>
              <a:defRPr sz="21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81952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415"/>
              <a:buFont typeface="Arial"/>
              <a:buChar char="•"/>
              <a:defRPr sz="21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81952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415"/>
              <a:buFont typeface="Arial"/>
              <a:buChar char="•"/>
              <a:defRPr sz="21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81952" algn="l" rtl="0"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ts val="2415"/>
              <a:buFont typeface="Arial"/>
              <a:buChar char="•"/>
              <a:defRPr sz="21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dt" idx="10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ftr" idx="11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"/>
          <p:cNvSpPr txBox="1">
            <a:spLocks noGrp="1"/>
          </p:cNvSpPr>
          <p:nvPr>
            <p:ph type="ctrTitle"/>
          </p:nvPr>
        </p:nvSpPr>
        <p:spPr>
          <a:xfrm>
            <a:off x="4038600" y="2484650"/>
            <a:ext cx="10900500" cy="25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8100"/>
              <a:buFont typeface="Algerian"/>
              <a:buNone/>
            </a:pPr>
            <a:r>
              <a:rPr lang="en-US" b="1" dirty="0">
                <a:solidFill>
                  <a:srgbClr val="7030A0"/>
                </a:solidFill>
                <a:latin typeface="Algerian"/>
                <a:ea typeface="Algerian"/>
                <a:cs typeface="Algerian"/>
                <a:sym typeface="Algerian"/>
              </a:rPr>
              <a:t>M2 - Day 1 L&amp;L Fest</a:t>
            </a:r>
            <a:br>
              <a:rPr lang="en-US" b="1" dirty="0">
                <a:solidFill>
                  <a:srgbClr val="7030A0"/>
                </a:solidFill>
                <a:latin typeface="Algerian"/>
                <a:ea typeface="Algerian"/>
                <a:cs typeface="Algerian"/>
                <a:sym typeface="Algerian"/>
              </a:rPr>
            </a:br>
            <a:r>
              <a:rPr lang="en-US" sz="8800" b="1" dirty="0">
                <a:latin typeface="Anton"/>
                <a:ea typeface="Anton"/>
                <a:cs typeface="Anton"/>
                <a:sym typeface="Anton"/>
              </a:rPr>
              <a:t>Ekphrastic poetry</a:t>
            </a:r>
            <a:br>
              <a:rPr lang="en-US" sz="8800" b="1" dirty="0">
                <a:latin typeface="Anton"/>
                <a:ea typeface="Anton"/>
                <a:cs typeface="Anton"/>
                <a:sym typeface="Anton"/>
              </a:rPr>
            </a:br>
            <a:endParaRPr b="1" dirty="0">
              <a:solidFill>
                <a:srgbClr val="7030A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09" name="Google Shape;209;p3"/>
          <p:cNvSpPr txBox="1">
            <a:spLocks noGrp="1"/>
          </p:cNvSpPr>
          <p:nvPr>
            <p:ph type="subTitle" idx="1"/>
          </p:nvPr>
        </p:nvSpPr>
        <p:spPr>
          <a:xfrm>
            <a:off x="4038598" y="5486396"/>
            <a:ext cx="10223504" cy="247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15000"/>
              <a:buNone/>
            </a:pPr>
            <a:r>
              <a:rPr lang="en-US" sz="3900" b="1" dirty="0">
                <a:latin typeface="Teko"/>
                <a:ea typeface="Teko"/>
                <a:cs typeface="Teko"/>
                <a:sym typeface="Teko"/>
              </a:rPr>
              <a:t>Ekphrastic poetry means a poem written about a work of art (like a painting, sculpture, or photograph).</a:t>
            </a:r>
            <a:endParaRPr sz="3000" dirty="0"/>
          </a:p>
          <a:p>
            <a:pPr marL="0" lvl="0" indent="0" algn="ctr" rtl="0">
              <a:spcBef>
                <a:spcPts val="1658"/>
              </a:spcBef>
              <a:spcAft>
                <a:spcPts val="0"/>
              </a:spcAft>
              <a:buSzPct val="115000"/>
              <a:buNone/>
            </a:pPr>
            <a:r>
              <a:rPr lang="en-US" sz="3900" b="1" dirty="0">
                <a:latin typeface="Teko"/>
                <a:ea typeface="Teko"/>
                <a:cs typeface="Teko"/>
                <a:sym typeface="Teko"/>
              </a:rPr>
              <a:t>The poet describes the artwork in words and often reflects on its meaning, beauty, or the feelings it creates.</a:t>
            </a:r>
            <a:endParaRPr sz="3000" dirty="0"/>
          </a:p>
          <a:p>
            <a:pPr marL="0" lvl="0" indent="0" algn="l" rtl="0">
              <a:spcBef>
                <a:spcPts val="1483"/>
              </a:spcBef>
              <a:spcAft>
                <a:spcPts val="0"/>
              </a:spcAft>
              <a:buSzPct val="115000"/>
              <a:buNone/>
            </a:pPr>
            <a:endParaRPr dirty="0"/>
          </a:p>
        </p:txBody>
      </p:sp>
      <p:pic>
        <p:nvPicPr>
          <p:cNvPr id="210" name="Google Shape;210;p3"/>
          <p:cNvPicPr preferRelativeResize="0"/>
          <p:nvPr/>
        </p:nvPicPr>
        <p:blipFill rotWithShape="1">
          <a:blip r:embed="rId3">
            <a:alphaModFix/>
          </a:blip>
          <a:srcRect b="20000"/>
          <a:stretch/>
        </p:blipFill>
        <p:spPr>
          <a:xfrm>
            <a:off x="381000" y="571499"/>
            <a:ext cx="32766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"/>
          <p:cNvPicPr preferRelativeResize="0"/>
          <p:nvPr/>
        </p:nvPicPr>
        <p:blipFill rotWithShape="1">
          <a:blip r:embed="rId4">
            <a:alphaModFix/>
          </a:blip>
          <a:srcRect r="6885" b="10000"/>
          <a:stretch/>
        </p:blipFill>
        <p:spPr>
          <a:xfrm>
            <a:off x="14262100" y="332225"/>
            <a:ext cx="3733802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"/>
          <p:cNvPicPr preferRelativeResize="0"/>
          <p:nvPr/>
        </p:nvPicPr>
        <p:blipFill rotWithShape="1">
          <a:blip r:embed="rId5">
            <a:alphaModFix/>
          </a:blip>
          <a:srcRect b="6665"/>
          <a:stretch/>
        </p:blipFill>
        <p:spPr>
          <a:xfrm>
            <a:off x="381000" y="6819900"/>
            <a:ext cx="36258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523844" y="6087643"/>
            <a:ext cx="3352676" cy="402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F4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"/>
          <p:cNvSpPr/>
          <p:nvPr/>
        </p:nvSpPr>
        <p:spPr>
          <a:xfrm>
            <a:off x="7043750" y="1262137"/>
            <a:ext cx="4157650" cy="4157650"/>
          </a:xfrm>
          <a:custGeom>
            <a:avLst/>
            <a:gdLst/>
            <a:ahLst/>
            <a:cxnLst/>
            <a:rect l="l" t="t" r="r" b="b"/>
            <a:pathLst>
              <a:path w="4157650" h="4157650" extrusionOk="0">
                <a:moveTo>
                  <a:pt x="0" y="0"/>
                </a:moveTo>
                <a:lnTo>
                  <a:pt x="4157650" y="0"/>
                </a:lnTo>
                <a:lnTo>
                  <a:pt x="4157650" y="4157651"/>
                </a:lnTo>
                <a:lnTo>
                  <a:pt x="0" y="41576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9" name="Google Shape;219;p4"/>
          <p:cNvSpPr/>
          <p:nvPr/>
        </p:nvSpPr>
        <p:spPr>
          <a:xfrm>
            <a:off x="2738271" y="1028700"/>
            <a:ext cx="2803187" cy="974107"/>
          </a:xfrm>
          <a:custGeom>
            <a:avLst/>
            <a:gdLst/>
            <a:ahLst/>
            <a:cxnLst/>
            <a:rect l="l" t="t" r="r" b="b"/>
            <a:pathLst>
              <a:path w="2803187" h="974107" extrusionOk="0">
                <a:moveTo>
                  <a:pt x="0" y="0"/>
                </a:moveTo>
                <a:lnTo>
                  <a:pt x="2803187" y="0"/>
                </a:lnTo>
                <a:lnTo>
                  <a:pt x="2803187" y="974107"/>
                </a:lnTo>
                <a:lnTo>
                  <a:pt x="0" y="974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0" name="Google Shape;220;p4"/>
          <p:cNvSpPr/>
          <p:nvPr/>
        </p:nvSpPr>
        <p:spPr>
          <a:xfrm>
            <a:off x="12754643" y="1028700"/>
            <a:ext cx="2803187" cy="974107"/>
          </a:xfrm>
          <a:custGeom>
            <a:avLst/>
            <a:gdLst/>
            <a:ahLst/>
            <a:cxnLst/>
            <a:rect l="l" t="t" r="r" b="b"/>
            <a:pathLst>
              <a:path w="2803187" h="974107" extrusionOk="0">
                <a:moveTo>
                  <a:pt x="0" y="0"/>
                </a:moveTo>
                <a:lnTo>
                  <a:pt x="2803187" y="0"/>
                </a:lnTo>
                <a:lnTo>
                  <a:pt x="2803187" y="974107"/>
                </a:lnTo>
                <a:lnTo>
                  <a:pt x="0" y="974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1" name="Google Shape;221;p4"/>
          <p:cNvSpPr/>
          <p:nvPr/>
        </p:nvSpPr>
        <p:spPr>
          <a:xfrm>
            <a:off x="1052245" y="4917179"/>
            <a:ext cx="2803187" cy="974107"/>
          </a:xfrm>
          <a:custGeom>
            <a:avLst/>
            <a:gdLst/>
            <a:ahLst/>
            <a:cxnLst/>
            <a:rect l="l" t="t" r="r" b="b"/>
            <a:pathLst>
              <a:path w="2803187" h="974107" extrusionOk="0">
                <a:moveTo>
                  <a:pt x="0" y="0"/>
                </a:moveTo>
                <a:lnTo>
                  <a:pt x="2803187" y="0"/>
                </a:lnTo>
                <a:lnTo>
                  <a:pt x="2803187" y="974107"/>
                </a:lnTo>
                <a:lnTo>
                  <a:pt x="0" y="974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2" name="Google Shape;222;p4"/>
          <p:cNvSpPr/>
          <p:nvPr/>
        </p:nvSpPr>
        <p:spPr>
          <a:xfrm>
            <a:off x="12491492" y="5395368"/>
            <a:ext cx="2803187" cy="974107"/>
          </a:xfrm>
          <a:custGeom>
            <a:avLst/>
            <a:gdLst/>
            <a:ahLst/>
            <a:cxnLst/>
            <a:rect l="l" t="t" r="r" b="b"/>
            <a:pathLst>
              <a:path w="2803187" h="974107" extrusionOk="0">
                <a:moveTo>
                  <a:pt x="0" y="0"/>
                </a:moveTo>
                <a:lnTo>
                  <a:pt x="2803187" y="0"/>
                </a:lnTo>
                <a:lnTo>
                  <a:pt x="2803187" y="974108"/>
                </a:lnTo>
                <a:lnTo>
                  <a:pt x="0" y="97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3" name="Google Shape;223;p4"/>
          <p:cNvSpPr/>
          <p:nvPr/>
        </p:nvSpPr>
        <p:spPr>
          <a:xfrm>
            <a:off x="7397512" y="6842199"/>
            <a:ext cx="3188665" cy="974107"/>
          </a:xfrm>
          <a:custGeom>
            <a:avLst/>
            <a:gdLst/>
            <a:ahLst/>
            <a:cxnLst/>
            <a:rect l="l" t="t" r="r" b="b"/>
            <a:pathLst>
              <a:path w="2803187" h="974107" extrusionOk="0">
                <a:moveTo>
                  <a:pt x="0" y="0"/>
                </a:moveTo>
                <a:lnTo>
                  <a:pt x="2803187" y="0"/>
                </a:lnTo>
                <a:lnTo>
                  <a:pt x="2803187" y="974107"/>
                </a:lnTo>
                <a:lnTo>
                  <a:pt x="0" y="974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4" name="Google Shape;224;p4"/>
          <p:cNvSpPr/>
          <p:nvPr/>
        </p:nvSpPr>
        <p:spPr>
          <a:xfrm>
            <a:off x="2396759" y="754329"/>
            <a:ext cx="545312" cy="548742"/>
          </a:xfrm>
          <a:custGeom>
            <a:avLst/>
            <a:gdLst/>
            <a:ahLst/>
            <a:cxnLst/>
            <a:rect l="l" t="t" r="r" b="b"/>
            <a:pathLst>
              <a:path w="545312" h="548742" extrusionOk="0">
                <a:moveTo>
                  <a:pt x="0" y="0"/>
                </a:moveTo>
                <a:lnTo>
                  <a:pt x="545312" y="0"/>
                </a:lnTo>
                <a:lnTo>
                  <a:pt x="545312" y="548742"/>
                </a:lnTo>
                <a:lnTo>
                  <a:pt x="0" y="548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5" name="Google Shape;225;p4"/>
          <p:cNvSpPr txBox="1"/>
          <p:nvPr/>
        </p:nvSpPr>
        <p:spPr>
          <a:xfrm>
            <a:off x="12615438" y="5447468"/>
            <a:ext cx="2556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99" i="0" u="none" strike="noStrike" cap="none">
                <a:solidFill>
                  <a:srgbClr val="1800AD"/>
                </a:solidFill>
                <a:latin typeface="Shrikhand"/>
                <a:ea typeface="Shrikhand"/>
                <a:cs typeface="Shrikhand"/>
                <a:sym typeface="Shrikhand"/>
              </a:rPr>
              <a:t>Rainbow</a:t>
            </a:r>
            <a:endParaRPr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779589" y="4642808"/>
            <a:ext cx="545312" cy="548742"/>
          </a:xfrm>
          <a:custGeom>
            <a:avLst/>
            <a:gdLst/>
            <a:ahLst/>
            <a:cxnLst/>
            <a:rect l="l" t="t" r="r" b="b"/>
            <a:pathLst>
              <a:path w="545312" h="548742" extrusionOk="0">
                <a:moveTo>
                  <a:pt x="0" y="0"/>
                </a:moveTo>
                <a:lnTo>
                  <a:pt x="545312" y="0"/>
                </a:lnTo>
                <a:lnTo>
                  <a:pt x="545312" y="548742"/>
                </a:lnTo>
                <a:lnTo>
                  <a:pt x="0" y="548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7" name="Google Shape;227;p4"/>
          <p:cNvSpPr/>
          <p:nvPr/>
        </p:nvSpPr>
        <p:spPr>
          <a:xfrm>
            <a:off x="7306407" y="6567828"/>
            <a:ext cx="545312" cy="548742"/>
          </a:xfrm>
          <a:custGeom>
            <a:avLst/>
            <a:gdLst/>
            <a:ahLst/>
            <a:cxnLst/>
            <a:rect l="l" t="t" r="r" b="b"/>
            <a:pathLst>
              <a:path w="545312" h="548742" extrusionOk="0">
                <a:moveTo>
                  <a:pt x="0" y="0"/>
                </a:moveTo>
                <a:lnTo>
                  <a:pt x="545312" y="0"/>
                </a:lnTo>
                <a:lnTo>
                  <a:pt x="545312" y="548742"/>
                </a:lnTo>
                <a:lnTo>
                  <a:pt x="0" y="548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8" name="Google Shape;228;p4"/>
          <p:cNvSpPr/>
          <p:nvPr/>
        </p:nvSpPr>
        <p:spPr>
          <a:xfrm>
            <a:off x="12218836" y="5111472"/>
            <a:ext cx="545312" cy="548742"/>
          </a:xfrm>
          <a:custGeom>
            <a:avLst/>
            <a:gdLst/>
            <a:ahLst/>
            <a:cxnLst/>
            <a:rect l="l" t="t" r="r" b="b"/>
            <a:pathLst>
              <a:path w="545312" h="548742" extrusionOk="0">
                <a:moveTo>
                  <a:pt x="0" y="0"/>
                </a:moveTo>
                <a:lnTo>
                  <a:pt x="545312" y="0"/>
                </a:lnTo>
                <a:lnTo>
                  <a:pt x="545312" y="548742"/>
                </a:lnTo>
                <a:lnTo>
                  <a:pt x="0" y="548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9" name="Google Shape;229;p4"/>
          <p:cNvSpPr txBox="1"/>
          <p:nvPr/>
        </p:nvSpPr>
        <p:spPr>
          <a:xfrm>
            <a:off x="12304561" y="5244556"/>
            <a:ext cx="331387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1800AD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/>
          </a:p>
        </p:txBody>
      </p:sp>
      <p:sp>
        <p:nvSpPr>
          <p:cNvPr id="230" name="Google Shape;230;p4"/>
          <p:cNvSpPr/>
          <p:nvPr/>
        </p:nvSpPr>
        <p:spPr>
          <a:xfrm>
            <a:off x="12481987" y="754329"/>
            <a:ext cx="545312" cy="548742"/>
          </a:xfrm>
          <a:custGeom>
            <a:avLst/>
            <a:gdLst/>
            <a:ahLst/>
            <a:cxnLst/>
            <a:rect l="l" t="t" r="r" b="b"/>
            <a:pathLst>
              <a:path w="545312" h="548742" extrusionOk="0">
                <a:moveTo>
                  <a:pt x="0" y="0"/>
                </a:moveTo>
                <a:lnTo>
                  <a:pt x="545312" y="0"/>
                </a:lnTo>
                <a:lnTo>
                  <a:pt x="545312" y="548742"/>
                </a:lnTo>
                <a:lnTo>
                  <a:pt x="0" y="548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1" name="Google Shape;231;p4"/>
          <p:cNvSpPr txBox="1"/>
          <p:nvPr/>
        </p:nvSpPr>
        <p:spPr>
          <a:xfrm>
            <a:off x="2527197" y="2059175"/>
            <a:ext cx="3105300" cy="27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7697" marR="0" lvl="1" indent="-323847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FF66C4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FF66C4"/>
                </a:solidFill>
                <a:latin typeface="Pacifico"/>
                <a:ea typeface="Pacifico"/>
                <a:cs typeface="Pacifico"/>
                <a:sym typeface="Pacifico"/>
              </a:rPr>
              <a:t>Nationality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47697" marR="0" lvl="1" indent="-323847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FF66C4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FF66C4"/>
                </a:solidFill>
                <a:latin typeface="Pacifico"/>
                <a:ea typeface="Pacifico"/>
                <a:cs typeface="Pacifico"/>
                <a:sym typeface="Pacifico"/>
              </a:rPr>
              <a:t>Soldier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47697" marR="0" lvl="1" indent="-323847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FF66C4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FF66C4"/>
                </a:solidFill>
                <a:latin typeface="Pacifico"/>
                <a:ea typeface="Pacifico"/>
                <a:cs typeface="Pacifico"/>
                <a:sym typeface="Pacifico"/>
              </a:rPr>
              <a:t>surroundings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47697" marR="0" lvl="1" indent="-323847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FF66C4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FF66C4"/>
                </a:solidFill>
                <a:latin typeface="Pacifico"/>
                <a:ea typeface="Pacifico"/>
                <a:cs typeface="Pacifico"/>
                <a:sym typeface="Pacifico"/>
              </a:rPr>
              <a:t>Territory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47697" marR="0" lvl="1" indent="-323847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FF66C4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FF66C4"/>
                </a:solidFill>
                <a:latin typeface="Pacifico"/>
                <a:ea typeface="Pacifico"/>
                <a:cs typeface="Pacifico"/>
                <a:sym typeface="Pacifico"/>
              </a:rPr>
              <a:t>Identity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232" name="Google Shape;232;p4"/>
          <p:cNvSpPr txBox="1"/>
          <p:nvPr/>
        </p:nvSpPr>
        <p:spPr>
          <a:xfrm>
            <a:off x="526597" y="5897262"/>
            <a:ext cx="3740400" cy="3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43417" marR="0" lvl="1" indent="-371707" algn="l" rtl="0">
              <a:lnSpc>
                <a:spcPct val="123990"/>
              </a:lnSpc>
              <a:spcBef>
                <a:spcPts val="0"/>
              </a:spcBef>
              <a:spcAft>
                <a:spcPts val="0"/>
              </a:spcAft>
              <a:buClr>
                <a:srgbClr val="FF734D"/>
              </a:buClr>
              <a:buSzPts val="3443"/>
              <a:buFont typeface="Pacifico"/>
              <a:buChar char="•"/>
            </a:pPr>
            <a:r>
              <a:rPr lang="en-US" sz="3443" i="0" u="none" strike="noStrike" cap="none">
                <a:solidFill>
                  <a:srgbClr val="FF734D"/>
                </a:solidFill>
                <a:latin typeface="Pacifico"/>
                <a:ea typeface="Pacifico"/>
                <a:cs typeface="Pacifico"/>
                <a:sym typeface="Pacifico"/>
              </a:rPr>
              <a:t>Galaxies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743417" marR="0" lvl="1" indent="-371707" algn="l" rtl="0">
              <a:lnSpc>
                <a:spcPct val="123990"/>
              </a:lnSpc>
              <a:spcBef>
                <a:spcPts val="0"/>
              </a:spcBef>
              <a:spcAft>
                <a:spcPts val="0"/>
              </a:spcAft>
              <a:buClr>
                <a:srgbClr val="FF734D"/>
              </a:buClr>
              <a:buSzPts val="3443"/>
              <a:buFont typeface="Pacifico"/>
              <a:buChar char="•"/>
            </a:pPr>
            <a:r>
              <a:rPr lang="en-US" sz="3443" i="0" u="none" strike="noStrike" cap="none">
                <a:solidFill>
                  <a:srgbClr val="FF734D"/>
                </a:solidFill>
                <a:latin typeface="Pacifico"/>
                <a:ea typeface="Pacifico"/>
                <a:cs typeface="Pacifico"/>
                <a:sym typeface="Pacifico"/>
              </a:rPr>
              <a:t>Orbit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743417" marR="0" lvl="1" indent="-371707" algn="l" rtl="0">
              <a:lnSpc>
                <a:spcPct val="123990"/>
              </a:lnSpc>
              <a:spcBef>
                <a:spcPts val="0"/>
              </a:spcBef>
              <a:spcAft>
                <a:spcPts val="0"/>
              </a:spcAft>
              <a:buClr>
                <a:srgbClr val="FF734D"/>
              </a:buClr>
              <a:buSzPts val="3443"/>
              <a:buFont typeface="Pacifico"/>
              <a:buChar char="•"/>
            </a:pPr>
            <a:r>
              <a:rPr lang="en-US" sz="3443" i="0" u="none" strike="noStrike" cap="none">
                <a:solidFill>
                  <a:srgbClr val="FF734D"/>
                </a:solidFill>
                <a:latin typeface="Pacifico"/>
                <a:ea typeface="Pacifico"/>
                <a:cs typeface="Pacifico"/>
                <a:sym typeface="Pacifico"/>
              </a:rPr>
              <a:t>Asteroids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743417" marR="0" lvl="1" indent="-371707" algn="l" rtl="0">
              <a:lnSpc>
                <a:spcPct val="123990"/>
              </a:lnSpc>
              <a:spcBef>
                <a:spcPts val="0"/>
              </a:spcBef>
              <a:spcAft>
                <a:spcPts val="0"/>
              </a:spcAft>
              <a:buClr>
                <a:srgbClr val="FF734D"/>
              </a:buClr>
              <a:buSzPts val="3443"/>
              <a:buFont typeface="Pacifico"/>
              <a:buChar char="•"/>
            </a:pPr>
            <a:r>
              <a:rPr lang="en-US" sz="3443" i="0" u="none" strike="noStrike" cap="none">
                <a:solidFill>
                  <a:srgbClr val="FF734D"/>
                </a:solidFill>
                <a:latin typeface="Pacifico"/>
                <a:ea typeface="Pacifico"/>
                <a:cs typeface="Pacifico"/>
                <a:sym typeface="Pacifico"/>
              </a:rPr>
              <a:t>Rocket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791378" marR="0" lvl="1" indent="-395689" algn="l" rtl="0">
              <a:lnSpc>
                <a:spcPct val="124010"/>
              </a:lnSpc>
              <a:spcBef>
                <a:spcPts val="0"/>
              </a:spcBef>
              <a:spcAft>
                <a:spcPts val="0"/>
              </a:spcAft>
              <a:buClr>
                <a:srgbClr val="FF734D"/>
              </a:buClr>
              <a:buSzPts val="3665"/>
              <a:buFont typeface="Pacifico"/>
              <a:buChar char="•"/>
            </a:pPr>
            <a:r>
              <a:rPr lang="en-US" sz="3665" i="0" u="none" strike="noStrike" cap="none">
                <a:solidFill>
                  <a:srgbClr val="FF734D"/>
                </a:solidFill>
                <a:latin typeface="Pacifico"/>
                <a:ea typeface="Pacifico"/>
                <a:cs typeface="Pacifico"/>
                <a:sym typeface="Pacifico"/>
              </a:rPr>
              <a:t>Astronaut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cxnSp>
        <p:nvCxnSpPr>
          <p:cNvPr id="233" name="Google Shape;233;p4"/>
          <p:cNvCxnSpPr/>
          <p:nvPr/>
        </p:nvCxnSpPr>
        <p:spPr>
          <a:xfrm rot="10800000" flipH="1">
            <a:off x="11179037" y="1515754"/>
            <a:ext cx="1575606" cy="1846634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4" name="Google Shape;234;p4"/>
          <p:cNvCxnSpPr/>
          <p:nvPr/>
        </p:nvCxnSpPr>
        <p:spPr>
          <a:xfrm>
            <a:off x="10684392" y="4642808"/>
            <a:ext cx="1807100" cy="1239614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5" name="Google Shape;235;p4"/>
          <p:cNvCxnSpPr/>
          <p:nvPr/>
        </p:nvCxnSpPr>
        <p:spPr>
          <a:xfrm flipH="1">
            <a:off x="8980656" y="5376318"/>
            <a:ext cx="128488" cy="1465881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6" name="Google Shape;236;p4"/>
          <p:cNvCxnSpPr/>
          <p:nvPr/>
        </p:nvCxnSpPr>
        <p:spPr>
          <a:xfrm flipH="1">
            <a:off x="3855432" y="4373636"/>
            <a:ext cx="3536700" cy="1030597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7" name="Google Shape;237;p4"/>
          <p:cNvCxnSpPr/>
          <p:nvPr/>
        </p:nvCxnSpPr>
        <p:spPr>
          <a:xfrm rot="10800000">
            <a:off x="5514039" y="1523174"/>
            <a:ext cx="1967862" cy="6670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8" name="Google Shape;238;p4"/>
          <p:cNvSpPr/>
          <p:nvPr/>
        </p:nvSpPr>
        <p:spPr>
          <a:xfrm>
            <a:off x="15438169" y="1912656"/>
            <a:ext cx="2595903" cy="2595903"/>
          </a:xfrm>
          <a:custGeom>
            <a:avLst/>
            <a:gdLst/>
            <a:ahLst/>
            <a:cxnLst/>
            <a:rect l="l" t="t" r="r" b="b"/>
            <a:pathLst>
              <a:path w="2595903" h="2595903" extrusionOk="0">
                <a:moveTo>
                  <a:pt x="0" y="0"/>
                </a:moveTo>
                <a:lnTo>
                  <a:pt x="2595903" y="0"/>
                </a:lnTo>
                <a:lnTo>
                  <a:pt x="2595903" y="2595903"/>
                </a:lnTo>
                <a:lnTo>
                  <a:pt x="0" y="2595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9" name="Google Shape;239;p4"/>
          <p:cNvSpPr/>
          <p:nvPr/>
        </p:nvSpPr>
        <p:spPr>
          <a:xfrm>
            <a:off x="15192120" y="6890760"/>
            <a:ext cx="2882882" cy="2275239"/>
          </a:xfrm>
          <a:custGeom>
            <a:avLst/>
            <a:gdLst/>
            <a:ahLst/>
            <a:cxnLst/>
            <a:rect l="l" t="t" r="r" b="b"/>
            <a:pathLst>
              <a:path w="2882882" h="2275239" extrusionOk="0">
                <a:moveTo>
                  <a:pt x="0" y="0"/>
                </a:moveTo>
                <a:lnTo>
                  <a:pt x="2882881" y="0"/>
                </a:lnTo>
                <a:lnTo>
                  <a:pt x="2882881" y="2275239"/>
                </a:lnTo>
                <a:lnTo>
                  <a:pt x="0" y="2275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l="-14390" r="-4062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0" name="Google Shape;240;p4"/>
          <p:cNvSpPr/>
          <p:nvPr/>
        </p:nvSpPr>
        <p:spPr>
          <a:xfrm>
            <a:off x="15861122" y="0"/>
            <a:ext cx="2316439" cy="1912656"/>
          </a:xfrm>
          <a:custGeom>
            <a:avLst/>
            <a:gdLst/>
            <a:ahLst/>
            <a:cxnLst/>
            <a:rect l="l" t="t" r="r" b="b"/>
            <a:pathLst>
              <a:path w="2316439" h="1912656" extrusionOk="0">
                <a:moveTo>
                  <a:pt x="0" y="0"/>
                </a:moveTo>
                <a:lnTo>
                  <a:pt x="2316439" y="0"/>
                </a:lnTo>
                <a:lnTo>
                  <a:pt x="2316439" y="1912656"/>
                </a:lnTo>
                <a:lnTo>
                  <a:pt x="0" y="1912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1" name="Google Shape;241;p4"/>
          <p:cNvSpPr/>
          <p:nvPr/>
        </p:nvSpPr>
        <p:spPr>
          <a:xfrm>
            <a:off x="15696167" y="4558164"/>
            <a:ext cx="2079906" cy="2284035"/>
          </a:xfrm>
          <a:custGeom>
            <a:avLst/>
            <a:gdLst/>
            <a:ahLst/>
            <a:cxnLst/>
            <a:rect l="l" t="t" r="r" b="b"/>
            <a:pathLst>
              <a:path w="2079906" h="2284035" extrusionOk="0">
                <a:moveTo>
                  <a:pt x="0" y="0"/>
                </a:moveTo>
                <a:lnTo>
                  <a:pt x="2079906" y="0"/>
                </a:lnTo>
                <a:lnTo>
                  <a:pt x="2079906" y="2284035"/>
                </a:lnTo>
                <a:lnTo>
                  <a:pt x="0" y="2284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l="-5856" r="-4512" b="-7312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2" name="Google Shape;242;p4"/>
          <p:cNvSpPr/>
          <p:nvPr/>
        </p:nvSpPr>
        <p:spPr>
          <a:xfrm>
            <a:off x="3766118" y="6890760"/>
            <a:ext cx="3626014" cy="3118372"/>
          </a:xfrm>
          <a:custGeom>
            <a:avLst/>
            <a:gdLst/>
            <a:ahLst/>
            <a:cxnLst/>
            <a:rect l="l" t="t" r="r" b="b"/>
            <a:pathLst>
              <a:path w="3626014" h="3118372" extrusionOk="0">
                <a:moveTo>
                  <a:pt x="0" y="0"/>
                </a:moveTo>
                <a:lnTo>
                  <a:pt x="3626014" y="0"/>
                </a:lnTo>
                <a:lnTo>
                  <a:pt x="3626014" y="3118372"/>
                </a:lnTo>
                <a:lnTo>
                  <a:pt x="0" y="311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3" name="Google Shape;243;p4"/>
          <p:cNvSpPr/>
          <p:nvPr/>
        </p:nvSpPr>
        <p:spPr>
          <a:xfrm>
            <a:off x="10533321" y="6643761"/>
            <a:ext cx="2003996" cy="2476484"/>
          </a:xfrm>
          <a:custGeom>
            <a:avLst/>
            <a:gdLst/>
            <a:ahLst/>
            <a:cxnLst/>
            <a:rect l="l" t="t" r="r" b="b"/>
            <a:pathLst>
              <a:path w="2003996" h="2476484" extrusionOk="0">
                <a:moveTo>
                  <a:pt x="0" y="0"/>
                </a:moveTo>
                <a:lnTo>
                  <a:pt x="2003996" y="0"/>
                </a:lnTo>
                <a:lnTo>
                  <a:pt x="2003996" y="2476484"/>
                </a:lnTo>
                <a:lnTo>
                  <a:pt x="0" y="2476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-4099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4" name="Google Shape;244;p4"/>
          <p:cNvSpPr txBox="1"/>
          <p:nvPr/>
        </p:nvSpPr>
        <p:spPr>
          <a:xfrm>
            <a:off x="7454253" y="2545782"/>
            <a:ext cx="3356187" cy="1246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7" b="0" i="0" u="none" strike="noStrike" cap="none">
                <a:solidFill>
                  <a:srgbClr val="AF4C0F"/>
                </a:solidFill>
                <a:latin typeface="Shrikhand"/>
                <a:ea typeface="Shrikhand"/>
                <a:cs typeface="Shrikhand"/>
                <a:sym typeface="Shrikhand"/>
              </a:rPr>
              <a:t>WORD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7" b="0" i="0" u="none" strike="noStrike" cap="none">
                <a:solidFill>
                  <a:srgbClr val="AF4C0F"/>
                </a:solidFill>
                <a:latin typeface="Shrikhand"/>
                <a:ea typeface="Shrikhand"/>
                <a:cs typeface="Shrikhand"/>
                <a:sym typeface="Shrikhand"/>
              </a:rPr>
              <a:t> ART</a:t>
            </a:r>
            <a:endParaRPr/>
          </a:p>
        </p:txBody>
      </p:sp>
      <p:sp>
        <p:nvSpPr>
          <p:cNvPr id="245" name="Google Shape;245;p4"/>
          <p:cNvSpPr txBox="1"/>
          <p:nvPr/>
        </p:nvSpPr>
        <p:spPr>
          <a:xfrm>
            <a:off x="7591335" y="3590663"/>
            <a:ext cx="3105329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61" b="0" i="0" u="none" strike="noStrike" cap="none">
                <a:solidFill>
                  <a:srgbClr val="1800AD"/>
                </a:solidFill>
                <a:latin typeface="Arial"/>
                <a:ea typeface="Arial"/>
                <a:cs typeface="Arial"/>
                <a:sym typeface="Arial"/>
              </a:rPr>
              <a:t>Artists</a:t>
            </a:r>
            <a:endParaRPr/>
          </a:p>
        </p:txBody>
      </p:sp>
      <p:sp>
        <p:nvSpPr>
          <p:cNvPr id="246" name="Google Shape;246;p4"/>
          <p:cNvSpPr txBox="1"/>
          <p:nvPr/>
        </p:nvSpPr>
        <p:spPr>
          <a:xfrm>
            <a:off x="2480866" y="1170999"/>
            <a:ext cx="32007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99" i="0" u="none" strike="noStrike" cap="none">
                <a:solidFill>
                  <a:srgbClr val="1800AD"/>
                </a:solidFill>
                <a:latin typeface="Shrikhand"/>
                <a:ea typeface="Shrikhand"/>
                <a:cs typeface="Shrikhand"/>
                <a:sym typeface="Shrikhand"/>
              </a:rPr>
              <a:t>Pattern</a:t>
            </a:r>
            <a:endParaRPr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247" name="Google Shape;247;p4"/>
          <p:cNvSpPr txBox="1"/>
          <p:nvPr/>
        </p:nvSpPr>
        <p:spPr>
          <a:xfrm>
            <a:off x="1052245" y="5021643"/>
            <a:ext cx="2421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i="0" u="none" strike="noStrike" cap="none">
                <a:solidFill>
                  <a:srgbClr val="1800AD"/>
                </a:solidFill>
                <a:latin typeface="Shrikhand"/>
                <a:ea typeface="Shrikhand"/>
                <a:cs typeface="Shrikhand"/>
                <a:sym typeface="Shrikhand"/>
              </a:rPr>
              <a:t>Space</a:t>
            </a:r>
            <a:endParaRPr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248" name="Google Shape;248;p4"/>
          <p:cNvSpPr txBox="1"/>
          <p:nvPr/>
        </p:nvSpPr>
        <p:spPr>
          <a:xfrm>
            <a:off x="7279701" y="6733299"/>
            <a:ext cx="3428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99" i="0" u="none" strike="noStrike" cap="none">
                <a:solidFill>
                  <a:srgbClr val="1800AD"/>
                </a:solidFill>
                <a:latin typeface="Shrikhand"/>
                <a:ea typeface="Shrikhand"/>
                <a:cs typeface="Shrikhand"/>
                <a:sym typeface="Shrikhand"/>
              </a:rPr>
              <a:t>Kingdom</a:t>
            </a:r>
            <a:endParaRPr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249" name="Google Shape;249;p4"/>
          <p:cNvSpPr txBox="1"/>
          <p:nvPr/>
        </p:nvSpPr>
        <p:spPr>
          <a:xfrm>
            <a:off x="12724176" y="896950"/>
            <a:ext cx="30171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i="0" u="none" strike="noStrike" cap="none">
                <a:solidFill>
                  <a:srgbClr val="1800AD"/>
                </a:solidFill>
                <a:latin typeface="Shrikhand"/>
                <a:ea typeface="Shrikhand"/>
                <a:cs typeface="Shrikhand"/>
                <a:sym typeface="Shrikhand"/>
              </a:rPr>
              <a:t>Artificial</a:t>
            </a:r>
            <a:endParaRPr>
              <a:latin typeface="Shrikhand"/>
              <a:ea typeface="Shrikhand"/>
              <a:cs typeface="Shrikhand"/>
              <a:sym typeface="Shrikha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i="0" u="none" strike="noStrike" cap="none">
                <a:solidFill>
                  <a:srgbClr val="1800AD"/>
                </a:solidFill>
                <a:latin typeface="Shrikhand"/>
                <a:ea typeface="Shrikhand"/>
                <a:cs typeface="Shrikhand"/>
                <a:sym typeface="Shrikhand"/>
              </a:rPr>
              <a:t>Intelligence</a:t>
            </a:r>
            <a:endParaRPr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250" name="Google Shape;250;p4"/>
          <p:cNvSpPr txBox="1"/>
          <p:nvPr/>
        </p:nvSpPr>
        <p:spPr>
          <a:xfrm>
            <a:off x="2472959" y="896938"/>
            <a:ext cx="331387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1800AD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/>
          </a:p>
        </p:txBody>
      </p:sp>
      <p:sp>
        <p:nvSpPr>
          <p:cNvPr id="251" name="Google Shape;251;p4"/>
          <p:cNvSpPr txBox="1"/>
          <p:nvPr/>
        </p:nvSpPr>
        <p:spPr>
          <a:xfrm>
            <a:off x="865314" y="4775891"/>
            <a:ext cx="331387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1800AD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/>
          </a:p>
        </p:txBody>
      </p:sp>
      <p:sp>
        <p:nvSpPr>
          <p:cNvPr id="252" name="Google Shape;252;p4"/>
          <p:cNvSpPr txBox="1"/>
          <p:nvPr/>
        </p:nvSpPr>
        <p:spPr>
          <a:xfrm>
            <a:off x="7392132" y="6700911"/>
            <a:ext cx="331387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1800AD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/>
          </a:p>
        </p:txBody>
      </p:sp>
      <p:sp>
        <p:nvSpPr>
          <p:cNvPr id="253" name="Google Shape;253;p4"/>
          <p:cNvSpPr txBox="1"/>
          <p:nvPr/>
        </p:nvSpPr>
        <p:spPr>
          <a:xfrm>
            <a:off x="12567712" y="887413"/>
            <a:ext cx="331387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1800AD"/>
                </a:solidFill>
                <a:latin typeface="Rubik"/>
                <a:ea typeface="Rubik"/>
                <a:cs typeface="Rubik"/>
                <a:sym typeface="Rubik"/>
              </a:rPr>
              <a:t>5</a:t>
            </a:r>
            <a:endParaRPr/>
          </a:p>
        </p:txBody>
      </p:sp>
      <p:sp>
        <p:nvSpPr>
          <p:cNvPr id="254" name="Google Shape;254;p4"/>
          <p:cNvSpPr txBox="1"/>
          <p:nvPr/>
        </p:nvSpPr>
        <p:spPr>
          <a:xfrm>
            <a:off x="7392130" y="7646404"/>
            <a:ext cx="3105300" cy="26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7697" marR="0" lvl="1" indent="-3238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73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D84173"/>
                </a:solidFill>
                <a:latin typeface="Pacifico"/>
                <a:ea typeface="Pacifico"/>
                <a:cs typeface="Pacifico"/>
                <a:sym typeface="Pacifico"/>
              </a:rPr>
              <a:t>King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47697" marR="0" lvl="1" indent="-323847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D84173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D84173"/>
                </a:solidFill>
                <a:latin typeface="Pacifico"/>
                <a:ea typeface="Pacifico"/>
                <a:cs typeface="Pacifico"/>
                <a:sym typeface="Pacifico"/>
              </a:rPr>
              <a:t>monarch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47697" marR="0" lvl="1" indent="-323847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D84173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D84173"/>
                </a:solidFill>
                <a:latin typeface="Pacifico"/>
                <a:ea typeface="Pacifico"/>
                <a:cs typeface="Pacifico"/>
                <a:sym typeface="Pacifico"/>
              </a:rPr>
              <a:t>Emperor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47697" marR="0" lvl="1" indent="-323847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D84173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D84173"/>
                </a:solidFill>
                <a:latin typeface="Pacifico"/>
                <a:ea typeface="Pacifico"/>
                <a:cs typeface="Pacifico"/>
                <a:sym typeface="Pacifico"/>
              </a:rPr>
              <a:t>Noble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47697" marR="0" lvl="1" indent="-323847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D84173"/>
              </a:buClr>
              <a:buSzPts val="2999"/>
              <a:buFont typeface="Pacifico"/>
              <a:buChar char="•"/>
            </a:pPr>
            <a:r>
              <a:rPr lang="en-US" sz="2999" i="0" u="none" strike="noStrike" cap="none">
                <a:solidFill>
                  <a:srgbClr val="D84173"/>
                </a:solidFill>
                <a:latin typeface="Pacifico"/>
                <a:ea typeface="Pacifico"/>
                <a:cs typeface="Pacifico"/>
                <a:sym typeface="Pacifico"/>
              </a:rPr>
              <a:t>Dynasty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255" name="Google Shape;255;p4"/>
          <p:cNvSpPr txBox="1"/>
          <p:nvPr/>
        </p:nvSpPr>
        <p:spPr>
          <a:xfrm>
            <a:off x="12312054" y="6330279"/>
            <a:ext cx="3105300" cy="28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8823" marR="0" lvl="1" indent="-399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699"/>
              <a:buFont typeface="Pacifico"/>
              <a:buChar char="•"/>
            </a:pPr>
            <a:r>
              <a:rPr lang="en-US" sz="3699" i="0" u="none" strike="noStrike" cap="none">
                <a:solidFill>
                  <a:srgbClr val="00BF63"/>
                </a:solidFill>
                <a:latin typeface="Pacifico"/>
                <a:ea typeface="Pacifico"/>
                <a:cs typeface="Pacifico"/>
                <a:sym typeface="Pacifico"/>
              </a:rPr>
              <a:t>Clouds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798823" marR="0" lvl="1" indent="-399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699"/>
              <a:buFont typeface="Pacifico"/>
              <a:buChar char="•"/>
            </a:pPr>
            <a:r>
              <a:rPr lang="en-US" sz="3699" i="0" u="none" strike="noStrike" cap="none">
                <a:solidFill>
                  <a:srgbClr val="00BF63"/>
                </a:solidFill>
                <a:latin typeface="Pacifico"/>
                <a:ea typeface="Pacifico"/>
                <a:cs typeface="Pacifico"/>
                <a:sym typeface="Pacifico"/>
              </a:rPr>
              <a:t>Sunlight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798823" marR="0" lvl="1" indent="-399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699"/>
              <a:buFont typeface="Pacifico"/>
              <a:buChar char="•"/>
            </a:pPr>
            <a:r>
              <a:rPr lang="en-US" sz="3699" i="0" u="none" strike="noStrike" cap="none">
                <a:solidFill>
                  <a:srgbClr val="00BF63"/>
                </a:solidFill>
                <a:latin typeface="Pacifico"/>
                <a:ea typeface="Pacifico"/>
                <a:cs typeface="Pacifico"/>
                <a:sym typeface="Pacifico"/>
              </a:rPr>
              <a:t>Thunder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798823" marR="0" lvl="1" indent="-399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699"/>
              <a:buFont typeface="Pacifico"/>
              <a:buChar char="•"/>
            </a:pPr>
            <a:r>
              <a:rPr lang="en-US" sz="3699" i="0" u="none" strike="noStrike" cap="none">
                <a:solidFill>
                  <a:srgbClr val="00BF63"/>
                </a:solidFill>
                <a:latin typeface="Pacifico"/>
                <a:ea typeface="Pacifico"/>
                <a:cs typeface="Pacifico"/>
                <a:sym typeface="Pacifico"/>
              </a:rPr>
              <a:t>Sky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798823" marR="0" lvl="1" indent="-399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699"/>
              <a:buFont typeface="Pacifico"/>
              <a:buChar char="•"/>
            </a:pPr>
            <a:r>
              <a:rPr lang="en-US" sz="3699" i="0" u="none" strike="noStrike" cap="none">
                <a:solidFill>
                  <a:srgbClr val="00BF63"/>
                </a:solidFill>
                <a:latin typeface="Pacifico"/>
                <a:ea typeface="Pacifico"/>
                <a:cs typeface="Pacifico"/>
                <a:sym typeface="Pacifico"/>
              </a:rPr>
              <a:t>Rainfall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256" name="Google Shape;256;p4"/>
          <p:cNvSpPr txBox="1"/>
          <p:nvPr/>
        </p:nvSpPr>
        <p:spPr>
          <a:xfrm>
            <a:off x="12635948" y="2074213"/>
            <a:ext cx="3105300" cy="26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26107" marR="0" lvl="1" indent="-313053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0097B2"/>
              </a:buClr>
              <a:buSzPts val="2899"/>
              <a:buFont typeface="Pacifico"/>
              <a:buChar char="•"/>
            </a:pPr>
            <a:r>
              <a:rPr lang="en-US" sz="2899" i="0" u="none" strike="noStrike" cap="none">
                <a:solidFill>
                  <a:srgbClr val="0097B2"/>
                </a:solidFill>
                <a:latin typeface="Pacifico"/>
                <a:ea typeface="Pacifico"/>
                <a:cs typeface="Pacifico"/>
                <a:sym typeface="Pacifico"/>
              </a:rPr>
              <a:t>Automatic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26107" marR="0" lvl="1" indent="-313053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0097B2"/>
              </a:buClr>
              <a:buSzPts val="2899"/>
              <a:buFont typeface="Pacifico"/>
              <a:buChar char="•"/>
            </a:pPr>
            <a:r>
              <a:rPr lang="en-US" sz="2899" i="0" u="none" strike="noStrike" cap="none">
                <a:solidFill>
                  <a:srgbClr val="0097B2"/>
                </a:solidFill>
                <a:latin typeface="Pacifico"/>
                <a:ea typeface="Pacifico"/>
                <a:cs typeface="Pacifico"/>
                <a:sym typeface="Pacifico"/>
              </a:rPr>
              <a:t>Robotics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26107" marR="0" lvl="1" indent="-313053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0097B2"/>
              </a:buClr>
              <a:buSzPts val="2899"/>
              <a:buFont typeface="Pacifico"/>
              <a:buChar char="•"/>
            </a:pPr>
            <a:r>
              <a:rPr lang="en-US" sz="2899" i="0" u="none" strike="noStrike" cap="none">
                <a:solidFill>
                  <a:srgbClr val="0097B2"/>
                </a:solidFill>
                <a:latin typeface="Pacifico"/>
                <a:ea typeface="Pacifico"/>
                <a:cs typeface="Pacifico"/>
                <a:sym typeface="Pacifico"/>
              </a:rPr>
              <a:t>Network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26107" marR="0" lvl="1" indent="-313053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0097B2"/>
              </a:buClr>
              <a:buSzPts val="2899"/>
              <a:buFont typeface="Pacifico"/>
              <a:buChar char="•"/>
            </a:pPr>
            <a:r>
              <a:rPr lang="en-US" sz="2899" i="0" u="none" strike="noStrike" cap="none">
                <a:solidFill>
                  <a:srgbClr val="0097B2"/>
                </a:solidFill>
                <a:latin typeface="Pacifico"/>
                <a:ea typeface="Pacifico"/>
                <a:cs typeface="Pacifico"/>
                <a:sym typeface="Pacifico"/>
              </a:rPr>
              <a:t>Technology</a:t>
            </a:r>
            <a:endParaRPr>
              <a:latin typeface="Pacifico"/>
              <a:ea typeface="Pacifico"/>
              <a:cs typeface="Pacifico"/>
              <a:sym typeface="Pacifico"/>
            </a:endParaRPr>
          </a:p>
          <a:p>
            <a:pPr marL="626107" marR="0" lvl="1" indent="-313053" algn="l" rtl="0">
              <a:lnSpc>
                <a:spcPct val="124008"/>
              </a:lnSpc>
              <a:spcBef>
                <a:spcPts val="0"/>
              </a:spcBef>
              <a:spcAft>
                <a:spcPts val="0"/>
              </a:spcAft>
              <a:buClr>
                <a:srgbClr val="0097B2"/>
              </a:buClr>
              <a:buSzPts val="2899"/>
              <a:buFont typeface="Pacifico"/>
              <a:buChar char="•"/>
            </a:pPr>
            <a:r>
              <a:rPr lang="en-US" sz="2899" i="0" u="none" strike="noStrike" cap="none">
                <a:solidFill>
                  <a:srgbClr val="0097B2"/>
                </a:solidFill>
                <a:latin typeface="Pacifico"/>
                <a:ea typeface="Pacifico"/>
                <a:cs typeface="Pacifico"/>
                <a:sym typeface="Pacifico"/>
              </a:rPr>
              <a:t>Development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257" name="Google Shape;257;p4"/>
          <p:cNvSpPr txBox="1"/>
          <p:nvPr/>
        </p:nvSpPr>
        <p:spPr>
          <a:xfrm>
            <a:off x="97405" y="36830"/>
            <a:ext cx="177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lgerian"/>
                <a:ea typeface="Algerian"/>
                <a:cs typeface="Algerian"/>
                <a:sym typeface="Algerian"/>
              </a:rPr>
              <a:t>.Draw a word art using words from any of the given 5 options.</a:t>
            </a:r>
            <a:endParaRPr b="1"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Custom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Teko</vt:lpstr>
      <vt:lpstr>Shrikhand</vt:lpstr>
      <vt:lpstr>Garamond</vt:lpstr>
      <vt:lpstr>Anton</vt:lpstr>
      <vt:lpstr>Rubik</vt:lpstr>
      <vt:lpstr>Pacifico</vt:lpstr>
      <vt:lpstr>Algerian</vt:lpstr>
      <vt:lpstr>Arial</vt:lpstr>
      <vt:lpstr>Organic</vt:lpstr>
      <vt:lpstr>M2 - Day 1 L&amp;L Fest Ekphrastic poetry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Varsha Yadav</dc:creator>
  <cp:lastModifiedBy>Binu Bharti</cp:lastModifiedBy>
  <cp:revision>1</cp:revision>
  <dcterms:created xsi:type="dcterms:W3CDTF">2006-08-16T00:00:00Z</dcterms:created>
  <dcterms:modified xsi:type="dcterms:W3CDTF">2025-09-08T10:52:06Z</dcterms:modified>
</cp:coreProperties>
</file>