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10287000" cx="18288000"/>
  <p:notesSz cx="6858000" cy="9144000"/>
  <p:embeddedFontLst>
    <p:embeddedFont>
      <p:font typeface="Gochi Hand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wfIqBSpr4c9m5FLLsBx94qdIi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chiHan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fdd28cf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8fdd28cfb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87f464d36f0748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g387f464d36f0748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7f464d36f07489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" name="Google Shape;105;g387f464d36f07489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87f464d36f07489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g387f464d36f07489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7f464d36f07489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g387f464d36f07489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87f464d36f07489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87f464d36f07489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87f464d36f07489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g387f464d36f07489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7f464d36f07489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g387f464d36f07489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7f464d36f07489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g387f464d36f07489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7f464d36f07489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87f464d36f07489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7f464d36f07489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87f464d36f07489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7f464d36f07489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g387f464d36f07489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6ce64cbc1e297ab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0" name="Google Shape;190;g6ce64cbc1e297ab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2eaee72587cd156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2eaee72587cd156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3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17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.png"/><Relationship Id="rId5" Type="http://schemas.openxmlformats.org/officeDocument/2006/relationships/image" Target="../media/image2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8fdd28cfb_0_35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45" r="-12842" t="0"/>
            </a:stretch>
          </a:blipFill>
          <a:ln>
            <a:noFill/>
          </a:ln>
        </p:spPr>
      </p:sp>
      <p:grpSp>
        <p:nvGrpSpPr>
          <p:cNvPr id="85" name="Google Shape;85;g3a8fdd28cfb_0_35"/>
          <p:cNvGrpSpPr/>
          <p:nvPr/>
        </p:nvGrpSpPr>
        <p:grpSpPr>
          <a:xfrm>
            <a:off x="1152231" y="3726929"/>
            <a:ext cx="8306015" cy="1305178"/>
            <a:chOff x="0" y="0"/>
            <a:chExt cx="11074687" cy="1740238"/>
          </a:xfrm>
        </p:grpSpPr>
        <p:sp>
          <p:nvSpPr>
            <p:cNvPr id="86" name="Google Shape;86;g3a8fdd28cfb_0_35"/>
            <p:cNvSpPr/>
            <p:nvPr/>
          </p:nvSpPr>
          <p:spPr>
            <a:xfrm>
              <a:off x="0" y="0"/>
              <a:ext cx="5877821" cy="1624416"/>
            </a:xfrm>
            <a:custGeom>
              <a:rect b="b" l="l" r="r" t="t"/>
              <a:pathLst>
                <a:path extrusionOk="0" h="1624416" w="5877821">
                  <a:moveTo>
                    <a:pt x="0" y="0"/>
                  </a:moveTo>
                  <a:lnTo>
                    <a:pt x="5877821" y="0"/>
                  </a:lnTo>
                  <a:lnTo>
                    <a:pt x="5877821" y="1624416"/>
                  </a:lnTo>
                  <a:lnTo>
                    <a:pt x="0" y="162441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87" name="Google Shape;87;g3a8fdd28cfb_0_35"/>
            <p:cNvSpPr/>
            <p:nvPr/>
          </p:nvSpPr>
          <p:spPr>
            <a:xfrm rot="10800000">
              <a:off x="5196866" y="115822"/>
              <a:ext cx="5877821" cy="1624416"/>
            </a:xfrm>
            <a:custGeom>
              <a:rect b="b" l="l" r="r" t="t"/>
              <a:pathLst>
                <a:path extrusionOk="0" h="1624416" w="5877821">
                  <a:moveTo>
                    <a:pt x="5877822" y="1624416"/>
                  </a:moveTo>
                  <a:lnTo>
                    <a:pt x="0" y="1624416"/>
                  </a:lnTo>
                  <a:lnTo>
                    <a:pt x="0" y="0"/>
                  </a:lnTo>
                  <a:lnTo>
                    <a:pt x="5877822" y="0"/>
                  </a:lnTo>
                  <a:lnTo>
                    <a:pt x="5877822" y="1624416"/>
                  </a:lnTo>
                  <a:close/>
                </a:path>
              </a:pathLst>
            </a:cu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88" name="Google Shape;88;g3a8fdd28cfb_0_35"/>
          <p:cNvSpPr/>
          <p:nvPr/>
        </p:nvSpPr>
        <p:spPr>
          <a:xfrm>
            <a:off x="12307200" y="138500"/>
            <a:ext cx="5980800" cy="14344574"/>
          </a:xfrm>
          <a:custGeom>
            <a:rect b="b" l="l" r="r" t="t"/>
            <a:pathLst>
              <a:path extrusionOk="0" h="14344574" w="5980800">
                <a:moveTo>
                  <a:pt x="0" y="0"/>
                </a:moveTo>
                <a:lnTo>
                  <a:pt x="5980800" y="0"/>
                </a:lnTo>
                <a:lnTo>
                  <a:pt x="5980800" y="14344574"/>
                </a:lnTo>
                <a:lnTo>
                  <a:pt x="0" y="143445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9" name="Google Shape;89;g3a8fdd28cfb_0_35"/>
          <p:cNvSpPr txBox="1"/>
          <p:nvPr/>
        </p:nvSpPr>
        <p:spPr>
          <a:xfrm>
            <a:off x="2044138" y="1498456"/>
            <a:ext cx="7032900" cy="13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88"/>
              <a:buFont typeface="Arial"/>
              <a:buNone/>
            </a:pPr>
            <a:r>
              <a:rPr b="0" i="0" lang="en-US" sz="8588" u="none" cap="none" strike="noStrike">
                <a:solidFill>
                  <a:srgbClr val="0B0E11"/>
                </a:solidFill>
                <a:latin typeface="Arial"/>
                <a:ea typeface="Arial"/>
                <a:cs typeface="Arial"/>
                <a:sym typeface="Arial"/>
              </a:rPr>
              <a:t>UNIT: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a8fdd28cfb_0_35"/>
          <p:cNvSpPr txBox="1"/>
          <p:nvPr/>
        </p:nvSpPr>
        <p:spPr>
          <a:xfrm>
            <a:off x="282603" y="3387200"/>
            <a:ext cx="12024600" cy="23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00"/>
              <a:buFont typeface="Arial"/>
              <a:buNone/>
            </a:pPr>
            <a:r>
              <a:rPr lang="en-US" sz="10900">
                <a:solidFill>
                  <a:srgbClr val="0B0E11"/>
                </a:solidFill>
              </a:rPr>
              <a:t>Writing Biographies</a:t>
            </a:r>
            <a:endParaRPr b="0" i="0" sz="10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a8fdd28cfb_0_35"/>
          <p:cNvSpPr txBox="1"/>
          <p:nvPr/>
        </p:nvSpPr>
        <p:spPr>
          <a:xfrm>
            <a:off x="1408174" y="6301348"/>
            <a:ext cx="83049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a8fdd28cfb_0_35"/>
          <p:cNvSpPr/>
          <p:nvPr/>
        </p:nvSpPr>
        <p:spPr>
          <a:xfrm>
            <a:off x="13087703" y="4212374"/>
            <a:ext cx="5946455" cy="9965671"/>
          </a:xfrm>
          <a:custGeom>
            <a:rect b="b" l="l" r="r" t="t"/>
            <a:pathLst>
              <a:path extrusionOk="0" h="9965671" w="5946455">
                <a:moveTo>
                  <a:pt x="0" y="0"/>
                </a:moveTo>
                <a:lnTo>
                  <a:pt x="5946455" y="0"/>
                </a:lnTo>
                <a:lnTo>
                  <a:pt x="5946455" y="9965671"/>
                </a:lnTo>
                <a:lnTo>
                  <a:pt x="0" y="9965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74118" r="0" t="-55938"/>
            </a:stretch>
          </a:blipFill>
          <a:ln>
            <a:noFill/>
          </a:ln>
        </p:spPr>
      </p:sp>
      <p:sp>
        <p:nvSpPr>
          <p:cNvPr id="93" name="Google Shape;93;g3a8fdd28cfb_0_35"/>
          <p:cNvSpPr txBox="1"/>
          <p:nvPr/>
        </p:nvSpPr>
        <p:spPr>
          <a:xfrm>
            <a:off x="3849698" y="382450"/>
            <a:ext cx="31821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99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7f464d36f07489_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99" name="Google Shape;99;g387f464d36f07489_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0" name="Google Shape;100;g387f464d36f07489_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01" name="Google Shape;101;g387f464d36f07489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56530" y="3591817"/>
            <a:ext cx="11923775" cy="634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387f464d36f07489_0"/>
          <p:cNvSpPr txBox="1"/>
          <p:nvPr/>
        </p:nvSpPr>
        <p:spPr>
          <a:xfrm>
            <a:off x="2130533" y="1067700"/>
            <a:ext cx="13200300" cy="17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b="0" i="0" lang="en-US" sz="400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What all do you notice in these books?</a:t>
            </a:r>
            <a:endParaRPr b="0" i="0" sz="400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249"/>
              <a:buFont typeface="Arial"/>
              <a:buNone/>
            </a:pPr>
            <a:r>
              <a:rPr b="0" i="0" lang="en-US" sz="4000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Note down your observations (in journals).</a:t>
            </a:r>
            <a:endParaRPr b="0" i="0" sz="4000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7f464d36f07489_8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08" name="Google Shape;108;g387f464d36f07489_8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g387f464d36f07489_8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0" name="Google Shape;110;g387f464d36f07489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800" y="247237"/>
            <a:ext cx="17534399" cy="979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7f464d36f07489_15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16" name="Google Shape;116;g387f464d36f07489_15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7" name="Google Shape;117;g387f464d36f07489_15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18" name="Google Shape;118;g387f464d36f07489_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938" y="346213"/>
            <a:ext cx="17580124" cy="959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87f464d36f07489_22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24" name="Google Shape;124;g387f464d36f07489_22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5" name="Google Shape;125;g387f464d36f07489_22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26" name="Google Shape;126;g387f464d36f07489_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5650" y="242912"/>
            <a:ext cx="17616698" cy="980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7f464d36f07489_29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32" name="Google Shape;132;g387f464d36f07489_29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g387f464d36f07489_29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4" name="Google Shape;134;g387f464d36f07489_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213" y="149317"/>
            <a:ext cx="17607577" cy="9781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7f464d36f07489_36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40" name="Google Shape;140;g387f464d36f07489_36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1" name="Google Shape;141;g387f464d36f07489_36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2" name="Google Shape;142;g387f464d36f07489_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3350" y="369375"/>
            <a:ext cx="17491376" cy="9709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87f464d36f07489_43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48" name="Google Shape;148;g387f464d36f07489_43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g387f464d36f07489_43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0" name="Google Shape;150;g387f464d36f07489_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" y="318700"/>
            <a:ext cx="17397247" cy="9649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7f464d36f07489_5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56" name="Google Shape;156;g387f464d36f07489_5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7" name="Google Shape;157;g387f464d36f07489_5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8" name="Google Shape;158;g387f464d36f07489_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0712" y="229175"/>
            <a:ext cx="17706573" cy="9828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7f464d36f07489_57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64" name="Google Shape;164;g387f464d36f07489_57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g387f464d36f07489_57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6" name="Google Shape;166;g387f464d36f07489_5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087" y="271500"/>
            <a:ext cx="17607824" cy="9744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7f464d36f07489_64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49" r="-12829" t="0"/>
            </a:stretch>
          </a:blipFill>
          <a:ln>
            <a:noFill/>
          </a:ln>
        </p:spPr>
      </p:sp>
      <p:sp>
        <p:nvSpPr>
          <p:cNvPr id="172" name="Google Shape;172;g387f464d36f07489_64"/>
          <p:cNvSpPr/>
          <p:nvPr/>
        </p:nvSpPr>
        <p:spPr>
          <a:xfrm>
            <a:off x="2226781" y="3560558"/>
            <a:ext cx="3514317" cy="1884952"/>
          </a:xfrm>
          <a:custGeom>
            <a:rect b="b" l="l" r="r" t="t"/>
            <a:pathLst>
              <a:path extrusionOk="0" h="1884952" w="3514317">
                <a:moveTo>
                  <a:pt x="0" y="0"/>
                </a:moveTo>
                <a:lnTo>
                  <a:pt x="3514316" y="0"/>
                </a:lnTo>
                <a:lnTo>
                  <a:pt x="3514316" y="1884952"/>
                </a:lnTo>
                <a:lnTo>
                  <a:pt x="0" y="188495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g387f464d36f07489_64"/>
          <p:cNvSpPr/>
          <p:nvPr/>
        </p:nvSpPr>
        <p:spPr>
          <a:xfrm>
            <a:off x="2904746" y="3451312"/>
            <a:ext cx="2158385" cy="2103445"/>
          </a:xfrm>
          <a:custGeom>
            <a:rect b="b" l="l" r="r" t="t"/>
            <a:pathLst>
              <a:path extrusionOk="0" h="2103445" w="2158385">
                <a:moveTo>
                  <a:pt x="0" y="0"/>
                </a:moveTo>
                <a:lnTo>
                  <a:pt x="2158386" y="0"/>
                </a:lnTo>
                <a:lnTo>
                  <a:pt x="2158386" y="2103444"/>
                </a:lnTo>
                <a:lnTo>
                  <a:pt x="0" y="21034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4" name="Google Shape;174;g387f464d36f07489_64"/>
          <p:cNvSpPr txBox="1"/>
          <p:nvPr/>
        </p:nvSpPr>
        <p:spPr>
          <a:xfrm>
            <a:off x="3541496" y="1130198"/>
            <a:ext cx="112050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sng" cap="none" strike="noStrike">
                <a:solidFill>
                  <a:srgbClr val="0B0E11"/>
                </a:solidFill>
                <a:latin typeface="Arial"/>
                <a:ea typeface="Arial"/>
                <a:cs typeface="Arial"/>
                <a:sym typeface="Arial"/>
              </a:rPr>
              <a:t>LEARNING EXTENSION</a:t>
            </a:r>
            <a:endParaRPr b="1" i="0" sz="4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87f464d36f07489_64"/>
          <p:cNvSpPr txBox="1"/>
          <p:nvPr/>
        </p:nvSpPr>
        <p:spPr>
          <a:xfrm>
            <a:off x="1610428" y="6380443"/>
            <a:ext cx="15648900" cy="3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509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Copy the table</a:t>
            </a:r>
            <a:r>
              <a:rPr lang="en-US" sz="3509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, slides 6-8,</a:t>
            </a:r>
            <a:r>
              <a:rPr b="0" i="0" lang="en-US" sz="3509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 from the PPT (on drive) and complete it.</a:t>
            </a:r>
            <a:endParaRPr b="0" i="0" sz="3509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rPr b="0" i="0" lang="en-US" sz="3509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Complete the task given on slide </a:t>
            </a:r>
            <a:r>
              <a:rPr lang="en-US" sz="3509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13</a:t>
            </a:r>
            <a:r>
              <a:rPr b="0" i="0" lang="en-US" sz="3509" u="none" cap="none" strike="noStrike">
                <a:solidFill>
                  <a:srgbClr val="000102"/>
                </a:solidFill>
                <a:latin typeface="Gochi Hand"/>
                <a:ea typeface="Gochi Hand"/>
                <a:cs typeface="Gochi Hand"/>
                <a:sym typeface="Gochi Hand"/>
              </a:rPr>
              <a:t> in your journal.</a:t>
            </a:r>
            <a:endParaRPr b="0" i="0" sz="3509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10"/>
              <a:buFont typeface="Arial"/>
              <a:buNone/>
            </a:pPr>
            <a:r>
              <a:t/>
            </a:r>
            <a:endParaRPr b="0" i="0" sz="3509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18"/>
              <a:buFont typeface="Arial"/>
              <a:buNone/>
            </a:pPr>
            <a:r>
              <a:t/>
            </a:r>
            <a:endParaRPr b="0" i="0" sz="4218" u="none" cap="none" strike="noStrike">
              <a:solidFill>
                <a:srgbClr val="000102"/>
              </a:solidFill>
              <a:latin typeface="Gochi Hand"/>
              <a:ea typeface="Gochi Hand"/>
              <a:cs typeface="Gochi Hand"/>
              <a:sym typeface="Gochi Hand"/>
            </a:endParaRPr>
          </a:p>
        </p:txBody>
      </p:sp>
      <p:grpSp>
        <p:nvGrpSpPr>
          <p:cNvPr id="176" name="Google Shape;176;g387f464d36f07489_64"/>
          <p:cNvGrpSpPr/>
          <p:nvPr/>
        </p:nvGrpSpPr>
        <p:grpSpPr>
          <a:xfrm>
            <a:off x="2057972" y="5600046"/>
            <a:ext cx="3852335" cy="760899"/>
            <a:chOff x="0" y="-47625"/>
            <a:chExt cx="1014600" cy="200400"/>
          </a:xfrm>
        </p:grpSpPr>
        <p:sp>
          <p:nvSpPr>
            <p:cNvPr id="177" name="Google Shape;177;g387f464d36f07489_64"/>
            <p:cNvSpPr/>
            <p:nvPr/>
          </p:nvSpPr>
          <p:spPr>
            <a:xfrm>
              <a:off x="0" y="0"/>
              <a:ext cx="1014501" cy="152645"/>
            </a:xfrm>
            <a:custGeom>
              <a:rect b="b" l="l" r="r" t="t"/>
              <a:pathLst>
                <a:path extrusionOk="0" h="152645" w="1014501">
                  <a:moveTo>
                    <a:pt x="0" y="0"/>
                  </a:moveTo>
                  <a:lnTo>
                    <a:pt x="1014501" y="0"/>
                  </a:lnTo>
                  <a:lnTo>
                    <a:pt x="1014501" y="152645"/>
                  </a:lnTo>
                  <a:lnTo>
                    <a:pt x="0" y="152645"/>
                  </a:lnTo>
                  <a:close/>
                </a:path>
              </a:pathLst>
            </a:custGeom>
            <a:solidFill>
              <a:srgbClr val="000102"/>
            </a:solidFill>
            <a:ln>
              <a:noFill/>
            </a:ln>
          </p:spPr>
        </p:sp>
        <p:sp>
          <p:nvSpPr>
            <p:cNvPr id="178" name="Google Shape;178;g387f464d36f07489_64"/>
            <p:cNvSpPr txBox="1"/>
            <p:nvPr/>
          </p:nvSpPr>
          <p:spPr>
            <a:xfrm>
              <a:off x="0" y="-47625"/>
              <a:ext cx="1014600" cy="20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400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49"/>
                <a:buFont typeface="Arial"/>
                <a:buNone/>
              </a:pPr>
              <a:r>
                <a:rPr b="0" i="0" lang="en-US" sz="2249" u="none" cap="none" strike="noStrike">
                  <a:solidFill>
                    <a:srgbClr val="FFFFFF"/>
                  </a:solidFill>
                  <a:latin typeface="Gochi Hand"/>
                  <a:ea typeface="Gochi Hand"/>
                  <a:cs typeface="Gochi Hand"/>
                  <a:sym typeface="Gochi Hand"/>
                </a:rPr>
                <a:t>Biography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9" name="Google Shape;179;g387f464d36f07489_64"/>
          <p:cNvSpPr/>
          <p:nvPr/>
        </p:nvSpPr>
        <p:spPr>
          <a:xfrm rot="6392090">
            <a:off x="15058486" y="-1383296"/>
            <a:ext cx="3401380" cy="5406775"/>
          </a:xfrm>
          <a:custGeom>
            <a:rect b="b" l="l" r="r" t="t"/>
            <a:pathLst>
              <a:path extrusionOk="0" h="5399154" w="3396586">
                <a:moveTo>
                  <a:pt x="0" y="0"/>
                </a:moveTo>
                <a:lnTo>
                  <a:pt x="3396586" y="0"/>
                </a:lnTo>
                <a:lnTo>
                  <a:pt x="3396586" y="5399153"/>
                </a:lnTo>
                <a:lnTo>
                  <a:pt x="0" y="5399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27538" l="-167870" r="-95461" t="-24859"/>
            </a:stretch>
          </a:blipFill>
          <a:ln>
            <a:noFill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7f464d36f07489_76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9" r="-12839" t="0"/>
            </a:stretch>
          </a:blipFill>
          <a:ln>
            <a:noFill/>
          </a:ln>
        </p:spPr>
      </p:sp>
      <p:sp>
        <p:nvSpPr>
          <p:cNvPr id="185" name="Google Shape;185;g387f464d36f07489_76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6" name="Google Shape;186;g387f464d36f07489_76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87" name="Google Shape;187;g387f464d36f07489_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5112" y="278012"/>
            <a:ext cx="17597777" cy="973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6ce64cbc1e297ab0_0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6" r="-12836" t="0"/>
            </a:stretch>
          </a:blipFill>
          <a:ln>
            <a:noFill/>
          </a:ln>
        </p:spPr>
      </p:sp>
      <p:sp>
        <p:nvSpPr>
          <p:cNvPr id="193" name="Google Shape;193;g6ce64cbc1e297ab0_0"/>
          <p:cNvSpPr/>
          <p:nvPr/>
        </p:nvSpPr>
        <p:spPr>
          <a:xfrm rot="5400000">
            <a:off x="2874455" y="1097068"/>
            <a:ext cx="6791098" cy="9531366"/>
          </a:xfrm>
          <a:custGeom>
            <a:rect b="b" l="l" r="r" t="t"/>
            <a:pathLst>
              <a:path extrusionOk="0" h="9531366" w="6791098">
                <a:moveTo>
                  <a:pt x="0" y="0"/>
                </a:moveTo>
                <a:lnTo>
                  <a:pt x="6791098" y="0"/>
                </a:lnTo>
                <a:lnTo>
                  <a:pt x="6791098" y="9531366"/>
                </a:lnTo>
                <a:lnTo>
                  <a:pt x="0" y="95313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4" name="Google Shape;194;g6ce64cbc1e297ab0_0"/>
          <p:cNvSpPr/>
          <p:nvPr/>
        </p:nvSpPr>
        <p:spPr>
          <a:xfrm rot="3748486">
            <a:off x="4986319" y="-2070217"/>
            <a:ext cx="4494629" cy="7144584"/>
          </a:xfrm>
          <a:custGeom>
            <a:rect b="b" l="l" r="r" t="t"/>
            <a:pathLst>
              <a:path extrusionOk="0" h="7139009" w="4491122">
                <a:moveTo>
                  <a:pt x="0" y="0"/>
                </a:moveTo>
                <a:lnTo>
                  <a:pt x="4491122" y="0"/>
                </a:lnTo>
                <a:lnTo>
                  <a:pt x="4491122" y="7139008"/>
                </a:lnTo>
                <a:lnTo>
                  <a:pt x="0" y="7139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7521" l="-167857" r="-95422" t="-24843"/>
            </a:stretch>
          </a:blipFill>
          <a:ln>
            <a:noFill/>
          </a:ln>
        </p:spPr>
      </p:sp>
      <p:sp>
        <p:nvSpPr>
          <p:cNvPr id="195" name="Google Shape;195;g6ce64cbc1e297ab0_0"/>
          <p:cNvSpPr/>
          <p:nvPr/>
        </p:nvSpPr>
        <p:spPr>
          <a:xfrm rot="535229">
            <a:off x="9444576" y="3943129"/>
            <a:ext cx="11442907" cy="5859722"/>
          </a:xfrm>
          <a:custGeom>
            <a:rect b="b" l="l" r="r" t="t"/>
            <a:pathLst>
              <a:path extrusionOk="0" h="5862122" w="11447594">
                <a:moveTo>
                  <a:pt x="0" y="0"/>
                </a:moveTo>
                <a:lnTo>
                  <a:pt x="11447594" y="0"/>
                </a:lnTo>
                <a:lnTo>
                  <a:pt x="11447594" y="5862122"/>
                </a:lnTo>
                <a:lnTo>
                  <a:pt x="0" y="586212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g6ce64cbc1e297ab0_0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7" name="Google Shape;197;g6ce64cbc1e297ab0_0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8" name="Google Shape;198;g6ce64cbc1e297ab0_0"/>
          <p:cNvSpPr txBox="1"/>
          <p:nvPr/>
        </p:nvSpPr>
        <p:spPr>
          <a:xfrm>
            <a:off x="2136094" y="3477512"/>
            <a:ext cx="82677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5"/>
              <a:buFont typeface="Arial"/>
              <a:buNone/>
            </a:pPr>
            <a:r>
              <a:t/>
            </a:r>
            <a:endParaRPr b="0" i="0" sz="8175" u="none" cap="none" strike="noStrike">
              <a:solidFill>
                <a:srgbClr val="0B0E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75"/>
              <a:buFont typeface="Arial"/>
              <a:buNone/>
            </a:pPr>
            <a:r>
              <a:rPr b="0" i="0" lang="en-US" sz="8175" u="none" cap="none" strike="noStrike">
                <a:solidFill>
                  <a:srgbClr val="0B0E11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2eaee72587cd156_12"/>
          <p:cNvSpPr/>
          <p:nvPr/>
        </p:nvSpPr>
        <p:spPr>
          <a:xfrm rot="-5400000">
            <a:off x="4000500" y="-4000500"/>
            <a:ext cx="10287000" cy="18288000"/>
          </a:xfrm>
          <a:custGeom>
            <a:rect b="b" l="l" r="r" t="t"/>
            <a:pathLst>
              <a:path extrusionOk="0"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12836" r="-12836" t="0"/>
            </a:stretch>
          </a:blipFill>
          <a:ln>
            <a:noFill/>
          </a:ln>
        </p:spPr>
      </p:sp>
      <p:sp>
        <p:nvSpPr>
          <p:cNvPr id="204" name="Google Shape;204;g32eaee72587cd156_12"/>
          <p:cNvSpPr/>
          <p:nvPr/>
        </p:nvSpPr>
        <p:spPr>
          <a:xfrm rot="1674731">
            <a:off x="15195628" y="-249083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2" y="0"/>
                </a:lnTo>
                <a:lnTo>
                  <a:pt x="4129222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g32eaee72587cd156_12"/>
          <p:cNvSpPr/>
          <p:nvPr/>
        </p:nvSpPr>
        <p:spPr>
          <a:xfrm rot="1674731">
            <a:off x="-1371867" y="9010852"/>
            <a:ext cx="4123774" cy="2211842"/>
          </a:xfrm>
          <a:custGeom>
            <a:rect b="b" l="l" r="r" t="t"/>
            <a:pathLst>
              <a:path extrusionOk="0" h="2214765" w="4129223">
                <a:moveTo>
                  <a:pt x="0" y="0"/>
                </a:moveTo>
                <a:lnTo>
                  <a:pt x="4129223" y="0"/>
                </a:lnTo>
                <a:lnTo>
                  <a:pt x="4129223" y="2214765"/>
                </a:lnTo>
                <a:lnTo>
                  <a:pt x="0" y="2214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58999"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