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10287000" cx="18288000"/>
  <p:notesSz cx="6858000" cy="9144000"/>
  <p:embeddedFontLst>
    <p:embeddedFont>
      <p:font typeface="Caveat"/>
      <p:regular r:id="rId20"/>
      <p:bold r:id="rId21"/>
    </p:embeddedFont>
    <p:embeddedFont>
      <p:font typeface="Gochi Hand"/>
      <p:regular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3" roundtripDataSignature="AMtx7mgeSUqQI17/5Noy7zt46m7T0ITg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Caveat-regular.fntdata"/><Relationship Id="rId11" Type="http://schemas.openxmlformats.org/officeDocument/2006/relationships/slide" Target="slides/slide6.xml"/><Relationship Id="rId22" Type="http://schemas.openxmlformats.org/officeDocument/2006/relationships/font" Target="fonts/GochiHand-regular.fntdata"/><Relationship Id="rId10" Type="http://schemas.openxmlformats.org/officeDocument/2006/relationships/slide" Target="slides/slide5.xml"/><Relationship Id="rId21" Type="http://schemas.openxmlformats.org/officeDocument/2006/relationships/font" Target="fonts/Caveat-bold.fntdata"/><Relationship Id="rId13" Type="http://schemas.openxmlformats.org/officeDocument/2006/relationships/slide" Target="slides/slide8.xml"/><Relationship Id="rId12" Type="http://schemas.openxmlformats.org/officeDocument/2006/relationships/slide" Target="slides/slide7.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8fdd28cfb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g3a8fdd28cfb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8d57d6221e450af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 name="Google Shape;96;g28d57d6221e450af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8d57d6221e450af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 name="Google Shape;112;g28d57d6221e450af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8d57d6221e450af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 name="Google Shape;128;g28d57d6221e450af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8d57d6221e450af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g28d57d6221e450af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8d57d6221e450af_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6" name="Google Shape;146;g28d57d6221e450af_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8d57d6221e450af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5" name="Google Shape;155;g28d57d6221e450af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8d57d6221e450af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4" name="Google Shape;164;g28d57d6221e450af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8d57d6221e450af_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 name="Google Shape;173;g28d57d6221e450af_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8d57d6221e450af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2" name="Google Shape;182;g28d57d6221e450af_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d84dfda7cce445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g3d84dfda7cce445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d84dfda7cce4451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1" name="Google Shape;201;g3d84dfda7cce4451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d84dfda7cce4451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 name="Google Shape;210;g3d84dfda7cce4451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6ce64cbc1e297ab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9" name="Google Shape;219;g6ce64cbc1e297ab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1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2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3"/>
          <p:cNvSpPr/>
          <p:nvPr>
            <p:ph idx="2" type="pic"/>
          </p:nvPr>
        </p:nvSpPr>
        <p:spPr>
          <a:xfrm>
            <a:off x="1792288" y="612775"/>
            <a:ext cx="5486400" cy="4114800"/>
          </a:xfrm>
          <a:prstGeom prst="rect">
            <a:avLst/>
          </a:prstGeom>
          <a:noFill/>
          <a:ln>
            <a:noFill/>
          </a:ln>
        </p:spPr>
      </p:sp>
      <p:sp>
        <p:nvSpPr>
          <p:cNvPr id="64" name="Google Shape;64;p2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1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1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1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1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2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2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2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1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20.png"/><Relationship Id="rId6" Type="http://schemas.openxmlformats.org/officeDocument/2006/relationships/image" Target="../media/image12.png"/><Relationship Id="rId7"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3a8fdd28cfb_0_35"/>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0" l="-12847" r="-12844" t="0"/>
            </a:stretch>
          </a:blipFill>
          <a:ln>
            <a:noFill/>
          </a:ln>
        </p:spPr>
      </p:sp>
      <p:grpSp>
        <p:nvGrpSpPr>
          <p:cNvPr id="85" name="Google Shape;85;g3a8fdd28cfb_0_35"/>
          <p:cNvGrpSpPr/>
          <p:nvPr/>
        </p:nvGrpSpPr>
        <p:grpSpPr>
          <a:xfrm>
            <a:off x="1152231" y="3726929"/>
            <a:ext cx="8306015" cy="1305178"/>
            <a:chOff x="0" y="0"/>
            <a:chExt cx="11074687" cy="1740238"/>
          </a:xfrm>
        </p:grpSpPr>
        <p:sp>
          <p:nvSpPr>
            <p:cNvPr id="86" name="Google Shape;86;g3a8fdd28cfb_0_35"/>
            <p:cNvSpPr/>
            <p:nvPr/>
          </p:nvSpPr>
          <p:spPr>
            <a:xfrm>
              <a:off x="0" y="0"/>
              <a:ext cx="5877821" cy="1624416"/>
            </a:xfrm>
            <a:custGeom>
              <a:rect b="b" l="l" r="r" t="t"/>
              <a:pathLst>
                <a:path extrusionOk="0" h="1624416" w="5877821">
                  <a:moveTo>
                    <a:pt x="0" y="0"/>
                  </a:moveTo>
                  <a:lnTo>
                    <a:pt x="5877821" y="0"/>
                  </a:lnTo>
                  <a:lnTo>
                    <a:pt x="5877821" y="1624416"/>
                  </a:lnTo>
                  <a:lnTo>
                    <a:pt x="0" y="1624416"/>
                  </a:lnTo>
                  <a:lnTo>
                    <a:pt x="0" y="0"/>
                  </a:lnTo>
                  <a:close/>
                </a:path>
              </a:pathLst>
            </a:custGeom>
            <a:blipFill rotWithShape="1">
              <a:blip r:embed="rId4">
                <a:alphaModFix/>
              </a:blip>
              <a:stretch>
                <a:fillRect b="0" l="0" r="0" t="0"/>
              </a:stretch>
            </a:blipFill>
            <a:ln>
              <a:noFill/>
            </a:ln>
          </p:spPr>
        </p:sp>
        <p:sp>
          <p:nvSpPr>
            <p:cNvPr id="87" name="Google Shape;87;g3a8fdd28cfb_0_35"/>
            <p:cNvSpPr/>
            <p:nvPr/>
          </p:nvSpPr>
          <p:spPr>
            <a:xfrm rot="10800000">
              <a:off x="5196866" y="115822"/>
              <a:ext cx="5877821" cy="1624416"/>
            </a:xfrm>
            <a:custGeom>
              <a:rect b="b" l="l" r="r" t="t"/>
              <a:pathLst>
                <a:path extrusionOk="0" h="1624416" w="5877821">
                  <a:moveTo>
                    <a:pt x="5877822" y="1624416"/>
                  </a:moveTo>
                  <a:lnTo>
                    <a:pt x="0" y="1624416"/>
                  </a:lnTo>
                  <a:lnTo>
                    <a:pt x="0" y="0"/>
                  </a:lnTo>
                  <a:lnTo>
                    <a:pt x="5877822" y="0"/>
                  </a:lnTo>
                  <a:lnTo>
                    <a:pt x="5877822" y="1624416"/>
                  </a:lnTo>
                  <a:close/>
                </a:path>
              </a:pathLst>
            </a:custGeom>
            <a:blipFill rotWithShape="1">
              <a:blip r:embed="rId4">
                <a:alphaModFix/>
              </a:blip>
              <a:stretch>
                <a:fillRect b="0" l="0" r="0" t="0"/>
              </a:stretch>
            </a:blipFill>
            <a:ln>
              <a:noFill/>
            </a:ln>
          </p:spPr>
        </p:sp>
      </p:grpSp>
      <p:sp>
        <p:nvSpPr>
          <p:cNvPr id="88" name="Google Shape;88;g3a8fdd28cfb_0_35"/>
          <p:cNvSpPr/>
          <p:nvPr/>
        </p:nvSpPr>
        <p:spPr>
          <a:xfrm>
            <a:off x="12307200" y="138500"/>
            <a:ext cx="5980800" cy="14344574"/>
          </a:xfrm>
          <a:custGeom>
            <a:rect b="b" l="l" r="r" t="t"/>
            <a:pathLst>
              <a:path extrusionOk="0" h="14344574" w="5980800">
                <a:moveTo>
                  <a:pt x="0" y="0"/>
                </a:moveTo>
                <a:lnTo>
                  <a:pt x="5980800" y="0"/>
                </a:lnTo>
                <a:lnTo>
                  <a:pt x="5980800" y="14344574"/>
                </a:lnTo>
                <a:lnTo>
                  <a:pt x="0" y="14344574"/>
                </a:lnTo>
                <a:lnTo>
                  <a:pt x="0" y="0"/>
                </a:lnTo>
                <a:close/>
              </a:path>
            </a:pathLst>
          </a:custGeom>
          <a:blipFill rotWithShape="1">
            <a:blip r:embed="rId5">
              <a:alphaModFix/>
            </a:blip>
            <a:stretch>
              <a:fillRect b="0" l="0" r="0" t="0"/>
            </a:stretch>
          </a:blipFill>
          <a:ln>
            <a:noFill/>
          </a:ln>
        </p:spPr>
      </p:sp>
      <p:sp>
        <p:nvSpPr>
          <p:cNvPr id="89" name="Google Shape;89;g3a8fdd28cfb_0_35"/>
          <p:cNvSpPr txBox="1"/>
          <p:nvPr/>
        </p:nvSpPr>
        <p:spPr>
          <a:xfrm>
            <a:off x="2044138" y="1498456"/>
            <a:ext cx="7032900" cy="1321800"/>
          </a:xfrm>
          <a:prstGeom prst="rect">
            <a:avLst/>
          </a:prstGeom>
          <a:noFill/>
          <a:ln>
            <a:noFill/>
          </a:ln>
        </p:spPr>
        <p:txBody>
          <a:bodyPr anchorCtr="0" anchor="t" bIns="0" lIns="0" spcFirstLastPara="1" rIns="0" wrap="square" tIns="0">
            <a:spAutoFit/>
          </a:bodyPr>
          <a:lstStyle/>
          <a:p>
            <a:pPr indent="0" lvl="0" marL="0" marR="0" rtl="0" algn="ctr">
              <a:lnSpc>
                <a:spcPct val="140009"/>
              </a:lnSpc>
              <a:spcBef>
                <a:spcPts val="0"/>
              </a:spcBef>
              <a:spcAft>
                <a:spcPts val="0"/>
              </a:spcAft>
              <a:buClr>
                <a:srgbClr val="000000"/>
              </a:buClr>
              <a:buSzPts val="8588"/>
              <a:buFont typeface="Arial"/>
              <a:buNone/>
            </a:pPr>
            <a:r>
              <a:rPr b="0" i="0" lang="en-US" sz="8588" u="none" cap="none" strike="noStrike">
                <a:solidFill>
                  <a:srgbClr val="0B0E11"/>
                </a:solidFill>
                <a:latin typeface="Arial"/>
                <a:ea typeface="Arial"/>
                <a:cs typeface="Arial"/>
                <a:sym typeface="Arial"/>
              </a:rPr>
              <a:t>UNIT: 2</a:t>
            </a:r>
            <a:endParaRPr b="0" i="0" sz="1400" u="none" cap="none" strike="noStrike">
              <a:solidFill>
                <a:srgbClr val="000000"/>
              </a:solidFill>
              <a:latin typeface="Arial"/>
              <a:ea typeface="Arial"/>
              <a:cs typeface="Arial"/>
              <a:sym typeface="Arial"/>
            </a:endParaRPr>
          </a:p>
        </p:txBody>
      </p:sp>
      <p:sp>
        <p:nvSpPr>
          <p:cNvPr id="90" name="Google Shape;90;g3a8fdd28cfb_0_35"/>
          <p:cNvSpPr txBox="1"/>
          <p:nvPr/>
        </p:nvSpPr>
        <p:spPr>
          <a:xfrm>
            <a:off x="703963" y="3351752"/>
            <a:ext cx="9713400" cy="2347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0900"/>
              <a:buFont typeface="Arial"/>
              <a:buNone/>
            </a:pPr>
            <a:r>
              <a:rPr lang="en-US" sz="10900">
                <a:solidFill>
                  <a:srgbClr val="0B0E11"/>
                </a:solidFill>
              </a:rPr>
              <a:t>PEEL Analysis</a:t>
            </a:r>
            <a:endParaRPr b="0" i="0" sz="10900" u="none" cap="none" strike="noStrike">
              <a:solidFill>
                <a:srgbClr val="000000"/>
              </a:solidFill>
              <a:latin typeface="Arial"/>
              <a:ea typeface="Arial"/>
              <a:cs typeface="Arial"/>
              <a:sym typeface="Arial"/>
            </a:endParaRPr>
          </a:p>
        </p:txBody>
      </p:sp>
      <p:sp>
        <p:nvSpPr>
          <p:cNvPr id="91" name="Google Shape;91;g3a8fdd28cfb_0_35"/>
          <p:cNvSpPr txBox="1"/>
          <p:nvPr/>
        </p:nvSpPr>
        <p:spPr>
          <a:xfrm>
            <a:off x="1408174" y="6301348"/>
            <a:ext cx="8304900" cy="2982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Clr>
                <a:srgbClr val="000000"/>
              </a:buClr>
              <a:buSzPts val="6249"/>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g3a8fdd28cfb_0_35"/>
          <p:cNvSpPr/>
          <p:nvPr/>
        </p:nvSpPr>
        <p:spPr>
          <a:xfrm>
            <a:off x="13087703" y="4212374"/>
            <a:ext cx="5946455" cy="9965671"/>
          </a:xfrm>
          <a:custGeom>
            <a:rect b="b" l="l" r="r" t="t"/>
            <a:pathLst>
              <a:path extrusionOk="0" h="9965671" w="5946455">
                <a:moveTo>
                  <a:pt x="0" y="0"/>
                </a:moveTo>
                <a:lnTo>
                  <a:pt x="5946455" y="0"/>
                </a:lnTo>
                <a:lnTo>
                  <a:pt x="5946455" y="9965671"/>
                </a:lnTo>
                <a:lnTo>
                  <a:pt x="0" y="9965671"/>
                </a:lnTo>
                <a:lnTo>
                  <a:pt x="0" y="0"/>
                </a:lnTo>
                <a:close/>
              </a:path>
            </a:pathLst>
          </a:custGeom>
          <a:blipFill rotWithShape="1">
            <a:blip r:embed="rId6">
              <a:alphaModFix/>
            </a:blip>
            <a:stretch>
              <a:fillRect b="0" l="-74122" r="0" t="-55941"/>
            </a:stretch>
          </a:blipFill>
          <a:ln>
            <a:noFill/>
          </a:ln>
        </p:spPr>
      </p:sp>
      <p:sp>
        <p:nvSpPr>
          <p:cNvPr id="93" name="Google Shape;93;g3a8fdd28cfb_0_35"/>
          <p:cNvSpPr txBox="1"/>
          <p:nvPr/>
        </p:nvSpPr>
        <p:spPr>
          <a:xfrm>
            <a:off x="3849698" y="382450"/>
            <a:ext cx="3182100" cy="298200"/>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5199"/>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g28d57d6221e450af_0"/>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0" l="-12839" r="-12839" t="0"/>
            </a:stretch>
          </a:blipFill>
          <a:ln>
            <a:noFill/>
          </a:ln>
        </p:spPr>
      </p:sp>
      <p:sp>
        <p:nvSpPr>
          <p:cNvPr id="99" name="Google Shape;99;g28d57d6221e450af_0"/>
          <p:cNvSpPr/>
          <p:nvPr/>
        </p:nvSpPr>
        <p:spPr>
          <a:xfrm rot="5400000">
            <a:off x="2648377" y="4355198"/>
            <a:ext cx="3853948" cy="6624299"/>
          </a:xfrm>
          <a:custGeom>
            <a:rect b="b" l="l" r="r" t="t"/>
            <a:pathLst>
              <a:path extrusionOk="0" h="9531366" w="6791098">
                <a:moveTo>
                  <a:pt x="0" y="0"/>
                </a:moveTo>
                <a:lnTo>
                  <a:pt x="6791098" y="0"/>
                </a:lnTo>
                <a:lnTo>
                  <a:pt x="6791098" y="9531366"/>
                </a:lnTo>
                <a:lnTo>
                  <a:pt x="0" y="9531366"/>
                </a:lnTo>
                <a:lnTo>
                  <a:pt x="0" y="0"/>
                </a:lnTo>
                <a:close/>
              </a:path>
            </a:pathLst>
          </a:custGeom>
          <a:blipFill rotWithShape="1">
            <a:blip r:embed="rId4">
              <a:alphaModFix/>
            </a:blip>
            <a:stretch>
              <a:fillRect b="0" l="0" r="0" t="0"/>
            </a:stretch>
          </a:blipFill>
          <a:ln>
            <a:noFill/>
          </a:ln>
        </p:spPr>
      </p:sp>
      <p:sp>
        <p:nvSpPr>
          <p:cNvPr id="100" name="Google Shape;100;g28d57d6221e450af_0"/>
          <p:cNvSpPr/>
          <p:nvPr/>
        </p:nvSpPr>
        <p:spPr>
          <a:xfrm rot="1674731">
            <a:off x="15195628" y="-249083"/>
            <a:ext cx="4123774" cy="2211842"/>
          </a:xfrm>
          <a:custGeom>
            <a:rect b="b" l="l" r="r" t="t"/>
            <a:pathLst>
              <a:path extrusionOk="0" h="2214765" w="4129223">
                <a:moveTo>
                  <a:pt x="0" y="0"/>
                </a:moveTo>
                <a:lnTo>
                  <a:pt x="4129222" y="0"/>
                </a:lnTo>
                <a:lnTo>
                  <a:pt x="4129222" y="2214765"/>
                </a:lnTo>
                <a:lnTo>
                  <a:pt x="0" y="2214765"/>
                </a:lnTo>
                <a:lnTo>
                  <a:pt x="0" y="0"/>
                </a:lnTo>
                <a:close/>
              </a:path>
            </a:pathLst>
          </a:custGeom>
          <a:blipFill rotWithShape="1">
            <a:blip r:embed="rId5">
              <a:alphaModFix amt="58999"/>
            </a:blip>
            <a:stretch>
              <a:fillRect b="0" l="0" r="0" t="0"/>
            </a:stretch>
          </a:blipFill>
          <a:ln>
            <a:noFill/>
          </a:ln>
        </p:spPr>
      </p:sp>
      <p:sp>
        <p:nvSpPr>
          <p:cNvPr id="101" name="Google Shape;101;g28d57d6221e450af_0"/>
          <p:cNvSpPr/>
          <p:nvPr/>
        </p:nvSpPr>
        <p:spPr>
          <a:xfrm rot="1674731">
            <a:off x="-1371867" y="9010852"/>
            <a:ext cx="4123774" cy="2211842"/>
          </a:xfrm>
          <a:custGeom>
            <a:rect b="b" l="l" r="r" t="t"/>
            <a:pathLst>
              <a:path extrusionOk="0" h="2214765" w="4129223">
                <a:moveTo>
                  <a:pt x="0" y="0"/>
                </a:moveTo>
                <a:lnTo>
                  <a:pt x="4129223" y="0"/>
                </a:lnTo>
                <a:lnTo>
                  <a:pt x="4129223" y="2214765"/>
                </a:lnTo>
                <a:lnTo>
                  <a:pt x="0" y="2214765"/>
                </a:lnTo>
                <a:lnTo>
                  <a:pt x="0" y="0"/>
                </a:lnTo>
                <a:close/>
              </a:path>
            </a:pathLst>
          </a:custGeom>
          <a:blipFill rotWithShape="1">
            <a:blip r:embed="rId5">
              <a:alphaModFix amt="58999"/>
            </a:blip>
            <a:stretch>
              <a:fillRect b="0" l="0" r="0" t="0"/>
            </a:stretch>
          </a:blipFill>
          <a:ln>
            <a:noFill/>
          </a:ln>
        </p:spPr>
      </p:sp>
      <p:sp>
        <p:nvSpPr>
          <p:cNvPr id="102" name="Google Shape;102;g28d57d6221e450af_0"/>
          <p:cNvSpPr txBox="1"/>
          <p:nvPr/>
        </p:nvSpPr>
        <p:spPr>
          <a:xfrm>
            <a:off x="2016047" y="6638050"/>
            <a:ext cx="5496600" cy="3819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8175"/>
              <a:buFont typeface="Arial"/>
              <a:buNone/>
            </a:pPr>
            <a:r>
              <a:rPr lang="en-US" sz="8175">
                <a:solidFill>
                  <a:srgbClr val="0B0E11"/>
                </a:solidFill>
                <a:latin typeface="Caveat"/>
                <a:ea typeface="Caveat"/>
                <a:cs typeface="Caveat"/>
                <a:sym typeface="Caveat"/>
              </a:rPr>
              <a:t>a clear opinion</a:t>
            </a:r>
            <a:endParaRPr i="0" sz="8175" u="none" cap="none" strike="noStrike">
              <a:solidFill>
                <a:srgbClr val="0B0E11"/>
              </a:solidFill>
              <a:latin typeface="Caveat"/>
              <a:ea typeface="Caveat"/>
              <a:cs typeface="Caveat"/>
              <a:sym typeface="Caveat"/>
            </a:endParaRPr>
          </a:p>
          <a:p>
            <a:pPr indent="0" lvl="0" marL="0" marR="0" rtl="0" algn="ctr">
              <a:lnSpc>
                <a:spcPct val="140000"/>
              </a:lnSpc>
              <a:spcBef>
                <a:spcPts val="0"/>
              </a:spcBef>
              <a:spcAft>
                <a:spcPts val="0"/>
              </a:spcAft>
              <a:buClr>
                <a:srgbClr val="000000"/>
              </a:buClr>
              <a:buSzPts val="8175"/>
              <a:buFont typeface="Arial"/>
              <a:buNone/>
            </a:pPr>
            <a:r>
              <a:t/>
            </a:r>
            <a:endParaRPr i="0" sz="1400" u="none" cap="none" strike="noStrike">
              <a:solidFill>
                <a:srgbClr val="000000"/>
              </a:solidFill>
              <a:latin typeface="Caveat"/>
              <a:ea typeface="Caveat"/>
              <a:cs typeface="Caveat"/>
              <a:sym typeface="Caveat"/>
            </a:endParaRPr>
          </a:p>
        </p:txBody>
      </p:sp>
      <p:sp>
        <p:nvSpPr>
          <p:cNvPr id="103" name="Google Shape;103;g28d57d6221e450af_0"/>
          <p:cNvSpPr/>
          <p:nvPr/>
        </p:nvSpPr>
        <p:spPr>
          <a:xfrm rot="5400000">
            <a:off x="11496721" y="116851"/>
            <a:ext cx="3853948" cy="6624299"/>
          </a:xfrm>
          <a:custGeom>
            <a:rect b="b" l="l" r="r" t="t"/>
            <a:pathLst>
              <a:path extrusionOk="0" h="9531366" w="6791098">
                <a:moveTo>
                  <a:pt x="0" y="0"/>
                </a:moveTo>
                <a:lnTo>
                  <a:pt x="6791098" y="0"/>
                </a:lnTo>
                <a:lnTo>
                  <a:pt x="6791098" y="9531366"/>
                </a:lnTo>
                <a:lnTo>
                  <a:pt x="0" y="9531366"/>
                </a:lnTo>
                <a:lnTo>
                  <a:pt x="0" y="0"/>
                </a:lnTo>
                <a:close/>
              </a:path>
            </a:pathLst>
          </a:custGeom>
          <a:blipFill rotWithShape="1">
            <a:blip r:embed="rId4">
              <a:alphaModFix/>
            </a:blip>
            <a:stretch>
              <a:fillRect b="0" l="0" r="0" t="0"/>
            </a:stretch>
          </a:blipFill>
          <a:ln>
            <a:noFill/>
          </a:ln>
        </p:spPr>
      </p:sp>
      <p:sp>
        <p:nvSpPr>
          <p:cNvPr id="104" name="Google Shape;104;g28d57d6221e450af_0"/>
          <p:cNvSpPr/>
          <p:nvPr/>
        </p:nvSpPr>
        <p:spPr>
          <a:xfrm rot="5400000">
            <a:off x="3053761" y="-122314"/>
            <a:ext cx="3853948" cy="6624299"/>
          </a:xfrm>
          <a:custGeom>
            <a:rect b="b" l="l" r="r" t="t"/>
            <a:pathLst>
              <a:path extrusionOk="0" h="9531366" w="6791098">
                <a:moveTo>
                  <a:pt x="0" y="0"/>
                </a:moveTo>
                <a:lnTo>
                  <a:pt x="6791098" y="0"/>
                </a:lnTo>
                <a:lnTo>
                  <a:pt x="6791098" y="9531366"/>
                </a:lnTo>
                <a:lnTo>
                  <a:pt x="0" y="9531366"/>
                </a:lnTo>
                <a:lnTo>
                  <a:pt x="0" y="0"/>
                </a:lnTo>
                <a:close/>
              </a:path>
            </a:pathLst>
          </a:custGeom>
          <a:blipFill rotWithShape="1">
            <a:blip r:embed="rId4">
              <a:alphaModFix/>
            </a:blip>
            <a:stretch>
              <a:fillRect b="0" l="0" r="0" t="0"/>
            </a:stretch>
          </a:blipFill>
          <a:ln>
            <a:noFill/>
          </a:ln>
        </p:spPr>
      </p:sp>
      <p:sp>
        <p:nvSpPr>
          <p:cNvPr id="105" name="Google Shape;105;g28d57d6221e450af_0"/>
          <p:cNvSpPr/>
          <p:nvPr/>
        </p:nvSpPr>
        <p:spPr>
          <a:xfrm rot="5400000">
            <a:off x="12076724" y="4487411"/>
            <a:ext cx="3633237" cy="6386015"/>
          </a:xfrm>
          <a:custGeom>
            <a:rect b="b" l="l" r="r" t="t"/>
            <a:pathLst>
              <a:path extrusionOk="0" h="9531366" w="6791098">
                <a:moveTo>
                  <a:pt x="0" y="0"/>
                </a:moveTo>
                <a:lnTo>
                  <a:pt x="6791098" y="0"/>
                </a:lnTo>
                <a:lnTo>
                  <a:pt x="6791098" y="9531366"/>
                </a:lnTo>
                <a:lnTo>
                  <a:pt x="0" y="9531366"/>
                </a:lnTo>
                <a:lnTo>
                  <a:pt x="0" y="0"/>
                </a:lnTo>
                <a:close/>
              </a:path>
            </a:pathLst>
          </a:custGeom>
          <a:blipFill rotWithShape="1">
            <a:blip r:embed="rId4">
              <a:alphaModFix/>
            </a:blip>
            <a:stretch>
              <a:fillRect b="0" l="0" r="0" t="0"/>
            </a:stretch>
          </a:blipFill>
          <a:ln>
            <a:noFill/>
          </a:ln>
        </p:spPr>
      </p:sp>
      <p:sp>
        <p:nvSpPr>
          <p:cNvPr id="106" name="Google Shape;106;g28d57d6221e450af_0"/>
          <p:cNvSpPr txBox="1"/>
          <p:nvPr/>
        </p:nvSpPr>
        <p:spPr>
          <a:xfrm>
            <a:off x="2365175" y="2663400"/>
            <a:ext cx="5668500" cy="4588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8175"/>
              <a:buFont typeface="Arial"/>
              <a:buNone/>
            </a:pPr>
            <a:r>
              <a:rPr lang="en-US" sz="7100">
                <a:solidFill>
                  <a:srgbClr val="0B0E11"/>
                </a:solidFill>
                <a:latin typeface="Caveat"/>
                <a:ea typeface="Caveat"/>
                <a:cs typeface="Caveat"/>
                <a:sym typeface="Caveat"/>
              </a:rPr>
              <a:t>a relevant quote</a:t>
            </a:r>
            <a:endParaRPr i="0" sz="7100" u="none" cap="none" strike="noStrike">
              <a:solidFill>
                <a:srgbClr val="0B0E11"/>
              </a:solidFill>
              <a:latin typeface="Caveat"/>
              <a:ea typeface="Caveat"/>
              <a:cs typeface="Caveat"/>
              <a:sym typeface="Caveat"/>
            </a:endParaRPr>
          </a:p>
          <a:p>
            <a:pPr indent="0" lvl="0" marL="0" marR="0" rtl="0" algn="ctr">
              <a:lnSpc>
                <a:spcPct val="140000"/>
              </a:lnSpc>
              <a:spcBef>
                <a:spcPts val="0"/>
              </a:spcBef>
              <a:spcAft>
                <a:spcPts val="0"/>
              </a:spcAft>
              <a:buClr>
                <a:srgbClr val="000000"/>
              </a:buClr>
              <a:buSzPts val="8175"/>
              <a:buFont typeface="Arial"/>
              <a:buNone/>
            </a:pPr>
            <a:r>
              <a:t/>
            </a:r>
            <a:endParaRPr i="0" sz="7100" u="none" cap="none" strike="noStrike">
              <a:solidFill>
                <a:srgbClr val="000000"/>
              </a:solidFill>
              <a:latin typeface="Caveat"/>
              <a:ea typeface="Caveat"/>
              <a:cs typeface="Caveat"/>
              <a:sym typeface="Caveat"/>
            </a:endParaRPr>
          </a:p>
        </p:txBody>
      </p:sp>
      <p:sp>
        <p:nvSpPr>
          <p:cNvPr id="107" name="Google Shape;107;g28d57d6221e450af_0"/>
          <p:cNvSpPr txBox="1"/>
          <p:nvPr/>
        </p:nvSpPr>
        <p:spPr>
          <a:xfrm>
            <a:off x="11012301" y="2413500"/>
            <a:ext cx="5496600" cy="4213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8175"/>
              <a:buFont typeface="Arial"/>
              <a:buNone/>
            </a:pPr>
            <a:r>
              <a:rPr lang="en-US" sz="6500">
                <a:solidFill>
                  <a:srgbClr val="0B0E11"/>
                </a:solidFill>
                <a:latin typeface="Caveat"/>
                <a:ea typeface="Caveat"/>
                <a:cs typeface="Caveat"/>
                <a:sym typeface="Caveat"/>
              </a:rPr>
              <a:t>a linking sentence</a:t>
            </a:r>
            <a:endParaRPr i="0" sz="6500" u="none" cap="none" strike="noStrike">
              <a:solidFill>
                <a:srgbClr val="0B0E11"/>
              </a:solidFill>
              <a:latin typeface="Caveat"/>
              <a:ea typeface="Caveat"/>
              <a:cs typeface="Caveat"/>
              <a:sym typeface="Caveat"/>
            </a:endParaRPr>
          </a:p>
          <a:p>
            <a:pPr indent="0" lvl="0" marL="0" marR="0" rtl="0" algn="ctr">
              <a:lnSpc>
                <a:spcPct val="140000"/>
              </a:lnSpc>
              <a:spcBef>
                <a:spcPts val="0"/>
              </a:spcBef>
              <a:spcAft>
                <a:spcPts val="0"/>
              </a:spcAft>
              <a:buClr>
                <a:srgbClr val="000000"/>
              </a:buClr>
              <a:buSzPts val="8175"/>
              <a:buFont typeface="Arial"/>
              <a:buNone/>
            </a:pPr>
            <a:r>
              <a:t/>
            </a:r>
            <a:endParaRPr i="0" sz="6500" u="none" cap="none" strike="noStrike">
              <a:solidFill>
                <a:srgbClr val="000000"/>
              </a:solidFill>
              <a:latin typeface="Caveat"/>
              <a:ea typeface="Caveat"/>
              <a:cs typeface="Caveat"/>
              <a:sym typeface="Caveat"/>
            </a:endParaRPr>
          </a:p>
        </p:txBody>
      </p:sp>
      <p:sp>
        <p:nvSpPr>
          <p:cNvPr id="108" name="Google Shape;108;g28d57d6221e450af_0"/>
          <p:cNvSpPr txBox="1"/>
          <p:nvPr/>
        </p:nvSpPr>
        <p:spPr>
          <a:xfrm>
            <a:off x="12057150" y="6535225"/>
            <a:ext cx="4188000" cy="5618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8175"/>
              <a:buFont typeface="Arial"/>
              <a:buNone/>
            </a:pPr>
            <a:r>
              <a:rPr lang="en-US" sz="6500">
                <a:solidFill>
                  <a:srgbClr val="0B0E11"/>
                </a:solidFill>
                <a:latin typeface="Caveat"/>
                <a:ea typeface="Caveat"/>
                <a:cs typeface="Caveat"/>
                <a:sym typeface="Caveat"/>
              </a:rPr>
              <a:t>a strong explanation</a:t>
            </a:r>
            <a:endParaRPr i="0" sz="6500" u="none" cap="none" strike="noStrike">
              <a:solidFill>
                <a:srgbClr val="0B0E11"/>
              </a:solidFill>
              <a:latin typeface="Caveat"/>
              <a:ea typeface="Caveat"/>
              <a:cs typeface="Caveat"/>
              <a:sym typeface="Caveat"/>
            </a:endParaRPr>
          </a:p>
          <a:p>
            <a:pPr indent="0" lvl="0" marL="0" marR="0" rtl="0" algn="ctr">
              <a:lnSpc>
                <a:spcPct val="140000"/>
              </a:lnSpc>
              <a:spcBef>
                <a:spcPts val="0"/>
              </a:spcBef>
              <a:spcAft>
                <a:spcPts val="0"/>
              </a:spcAft>
              <a:buClr>
                <a:srgbClr val="000000"/>
              </a:buClr>
              <a:buSzPts val="8175"/>
              <a:buFont typeface="Arial"/>
              <a:buNone/>
            </a:pPr>
            <a:r>
              <a:t/>
            </a:r>
            <a:endParaRPr i="0" sz="6500" u="none" cap="none" strike="noStrike">
              <a:solidFill>
                <a:srgbClr val="000000"/>
              </a:solidFill>
              <a:latin typeface="Caveat"/>
              <a:ea typeface="Caveat"/>
              <a:cs typeface="Caveat"/>
              <a:sym typeface="Caveat"/>
            </a:endParaRPr>
          </a:p>
        </p:txBody>
      </p:sp>
      <p:sp>
        <p:nvSpPr>
          <p:cNvPr id="109" name="Google Shape;109;g28d57d6221e450af_0"/>
          <p:cNvSpPr txBox="1"/>
          <p:nvPr/>
        </p:nvSpPr>
        <p:spPr>
          <a:xfrm>
            <a:off x="518074" y="0"/>
            <a:ext cx="15727200" cy="1529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8175"/>
              <a:buFont typeface="Arial"/>
              <a:buNone/>
            </a:pPr>
            <a:r>
              <a:rPr lang="en-US" sz="7100">
                <a:solidFill>
                  <a:srgbClr val="0B0E11"/>
                </a:solidFill>
                <a:latin typeface="Caveat"/>
                <a:ea typeface="Caveat"/>
                <a:cs typeface="Caveat"/>
                <a:sym typeface="Caveat"/>
              </a:rPr>
              <a:t>Put these in correct order (1 minute):</a:t>
            </a:r>
            <a:endParaRPr i="0" sz="7100" u="none" cap="none" strike="noStrike">
              <a:solidFill>
                <a:srgbClr val="000000"/>
              </a:solidFill>
              <a:latin typeface="Caveat"/>
              <a:ea typeface="Caveat"/>
              <a:cs typeface="Caveat"/>
              <a:sym typeface="Cavea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28d57d6221e450af_15"/>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0" l="-12839" r="-12839" t="0"/>
            </a:stretch>
          </a:blipFill>
          <a:ln>
            <a:noFill/>
          </a:ln>
        </p:spPr>
      </p:sp>
      <p:sp>
        <p:nvSpPr>
          <p:cNvPr id="115" name="Google Shape;115;g28d57d6221e450af_15"/>
          <p:cNvSpPr/>
          <p:nvPr/>
        </p:nvSpPr>
        <p:spPr>
          <a:xfrm rot="5400000">
            <a:off x="2648377" y="4355198"/>
            <a:ext cx="3853948" cy="6624299"/>
          </a:xfrm>
          <a:custGeom>
            <a:rect b="b" l="l" r="r" t="t"/>
            <a:pathLst>
              <a:path extrusionOk="0" h="9531366" w="6791098">
                <a:moveTo>
                  <a:pt x="0" y="0"/>
                </a:moveTo>
                <a:lnTo>
                  <a:pt x="6791098" y="0"/>
                </a:lnTo>
                <a:lnTo>
                  <a:pt x="6791098" y="9531366"/>
                </a:lnTo>
                <a:lnTo>
                  <a:pt x="0" y="9531366"/>
                </a:lnTo>
                <a:lnTo>
                  <a:pt x="0" y="0"/>
                </a:lnTo>
                <a:close/>
              </a:path>
            </a:pathLst>
          </a:custGeom>
          <a:blipFill rotWithShape="1">
            <a:blip r:embed="rId4">
              <a:alphaModFix/>
            </a:blip>
            <a:stretch>
              <a:fillRect b="0" l="0" r="0" t="0"/>
            </a:stretch>
          </a:blipFill>
          <a:ln>
            <a:noFill/>
          </a:ln>
        </p:spPr>
      </p:sp>
      <p:sp>
        <p:nvSpPr>
          <p:cNvPr id="116" name="Google Shape;116;g28d57d6221e450af_15"/>
          <p:cNvSpPr/>
          <p:nvPr/>
        </p:nvSpPr>
        <p:spPr>
          <a:xfrm rot="1674731">
            <a:off x="15195628" y="-249083"/>
            <a:ext cx="4123774" cy="2211842"/>
          </a:xfrm>
          <a:custGeom>
            <a:rect b="b" l="l" r="r" t="t"/>
            <a:pathLst>
              <a:path extrusionOk="0" h="2214765" w="4129223">
                <a:moveTo>
                  <a:pt x="0" y="0"/>
                </a:moveTo>
                <a:lnTo>
                  <a:pt x="4129222" y="0"/>
                </a:lnTo>
                <a:lnTo>
                  <a:pt x="4129222" y="2214765"/>
                </a:lnTo>
                <a:lnTo>
                  <a:pt x="0" y="2214765"/>
                </a:lnTo>
                <a:lnTo>
                  <a:pt x="0" y="0"/>
                </a:lnTo>
                <a:close/>
              </a:path>
            </a:pathLst>
          </a:custGeom>
          <a:blipFill rotWithShape="1">
            <a:blip r:embed="rId5">
              <a:alphaModFix amt="58999"/>
            </a:blip>
            <a:stretch>
              <a:fillRect b="0" l="0" r="0" t="0"/>
            </a:stretch>
          </a:blipFill>
          <a:ln>
            <a:noFill/>
          </a:ln>
        </p:spPr>
      </p:sp>
      <p:sp>
        <p:nvSpPr>
          <p:cNvPr id="117" name="Google Shape;117;g28d57d6221e450af_15"/>
          <p:cNvSpPr/>
          <p:nvPr/>
        </p:nvSpPr>
        <p:spPr>
          <a:xfrm rot="1674731">
            <a:off x="-1371867" y="9010852"/>
            <a:ext cx="4123774" cy="2211842"/>
          </a:xfrm>
          <a:custGeom>
            <a:rect b="b" l="l" r="r" t="t"/>
            <a:pathLst>
              <a:path extrusionOk="0" h="2214765" w="4129223">
                <a:moveTo>
                  <a:pt x="0" y="0"/>
                </a:moveTo>
                <a:lnTo>
                  <a:pt x="4129223" y="0"/>
                </a:lnTo>
                <a:lnTo>
                  <a:pt x="4129223" y="2214765"/>
                </a:lnTo>
                <a:lnTo>
                  <a:pt x="0" y="2214765"/>
                </a:lnTo>
                <a:lnTo>
                  <a:pt x="0" y="0"/>
                </a:lnTo>
                <a:close/>
              </a:path>
            </a:pathLst>
          </a:custGeom>
          <a:blipFill rotWithShape="1">
            <a:blip r:embed="rId5">
              <a:alphaModFix amt="58999"/>
            </a:blip>
            <a:stretch>
              <a:fillRect b="0" l="0" r="0" t="0"/>
            </a:stretch>
          </a:blipFill>
          <a:ln>
            <a:noFill/>
          </a:ln>
        </p:spPr>
      </p:sp>
      <p:sp>
        <p:nvSpPr>
          <p:cNvPr id="118" name="Google Shape;118;g28d57d6221e450af_15"/>
          <p:cNvSpPr txBox="1"/>
          <p:nvPr/>
        </p:nvSpPr>
        <p:spPr>
          <a:xfrm>
            <a:off x="2016047" y="6125986"/>
            <a:ext cx="5496600" cy="5579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8175"/>
              <a:buFont typeface="Arial"/>
              <a:buNone/>
            </a:pPr>
            <a:r>
              <a:rPr lang="en-US" sz="8175">
                <a:solidFill>
                  <a:srgbClr val="0B0E11"/>
                </a:solidFill>
                <a:latin typeface="Caveat"/>
                <a:ea typeface="Caveat"/>
                <a:cs typeface="Caveat"/>
                <a:sym typeface="Caveat"/>
              </a:rPr>
              <a:t>a clear opinion</a:t>
            </a:r>
            <a:endParaRPr sz="8175">
              <a:solidFill>
                <a:srgbClr val="0B0E11"/>
              </a:solidFill>
              <a:latin typeface="Caveat"/>
              <a:ea typeface="Caveat"/>
              <a:cs typeface="Caveat"/>
              <a:sym typeface="Caveat"/>
            </a:endParaRPr>
          </a:p>
          <a:p>
            <a:pPr indent="0" lvl="0" marL="0" marR="0" rtl="0" algn="l">
              <a:lnSpc>
                <a:spcPct val="140000"/>
              </a:lnSpc>
              <a:spcBef>
                <a:spcPts val="0"/>
              </a:spcBef>
              <a:spcAft>
                <a:spcPts val="0"/>
              </a:spcAft>
              <a:buClr>
                <a:srgbClr val="000000"/>
              </a:buClr>
              <a:buSzPts val="8175"/>
              <a:buFont typeface="Arial"/>
              <a:buNone/>
            </a:pPr>
            <a:r>
              <a:rPr lang="en-US" sz="8175">
                <a:solidFill>
                  <a:srgbClr val="0B0E11"/>
                </a:solidFill>
                <a:latin typeface="Caveat"/>
                <a:ea typeface="Caveat"/>
                <a:cs typeface="Caveat"/>
                <a:sym typeface="Caveat"/>
              </a:rPr>
              <a:t>        1</a:t>
            </a:r>
            <a:endParaRPr sz="8175">
              <a:solidFill>
                <a:srgbClr val="0B0E11"/>
              </a:solidFill>
              <a:latin typeface="Caveat"/>
              <a:ea typeface="Caveat"/>
              <a:cs typeface="Caveat"/>
              <a:sym typeface="Caveat"/>
            </a:endParaRPr>
          </a:p>
          <a:p>
            <a:pPr indent="0" lvl="0" marL="0" marR="0" rtl="0" algn="ctr">
              <a:lnSpc>
                <a:spcPct val="140000"/>
              </a:lnSpc>
              <a:spcBef>
                <a:spcPts val="0"/>
              </a:spcBef>
              <a:spcAft>
                <a:spcPts val="0"/>
              </a:spcAft>
              <a:buClr>
                <a:srgbClr val="000000"/>
              </a:buClr>
              <a:buSzPts val="8175"/>
              <a:buFont typeface="Arial"/>
              <a:buNone/>
            </a:pPr>
            <a:r>
              <a:t/>
            </a:r>
            <a:endParaRPr i="0" sz="1400" u="none" cap="none" strike="noStrike">
              <a:solidFill>
                <a:srgbClr val="000000"/>
              </a:solidFill>
              <a:latin typeface="Caveat"/>
              <a:ea typeface="Caveat"/>
              <a:cs typeface="Caveat"/>
              <a:sym typeface="Caveat"/>
            </a:endParaRPr>
          </a:p>
        </p:txBody>
      </p:sp>
      <p:sp>
        <p:nvSpPr>
          <p:cNvPr id="119" name="Google Shape;119;g28d57d6221e450af_15"/>
          <p:cNvSpPr/>
          <p:nvPr/>
        </p:nvSpPr>
        <p:spPr>
          <a:xfrm rot="5400000">
            <a:off x="11496721" y="116851"/>
            <a:ext cx="3853948" cy="6624299"/>
          </a:xfrm>
          <a:custGeom>
            <a:rect b="b" l="l" r="r" t="t"/>
            <a:pathLst>
              <a:path extrusionOk="0" h="9531366" w="6791098">
                <a:moveTo>
                  <a:pt x="0" y="0"/>
                </a:moveTo>
                <a:lnTo>
                  <a:pt x="6791098" y="0"/>
                </a:lnTo>
                <a:lnTo>
                  <a:pt x="6791098" y="9531366"/>
                </a:lnTo>
                <a:lnTo>
                  <a:pt x="0" y="9531366"/>
                </a:lnTo>
                <a:lnTo>
                  <a:pt x="0" y="0"/>
                </a:lnTo>
                <a:close/>
              </a:path>
            </a:pathLst>
          </a:custGeom>
          <a:blipFill rotWithShape="1">
            <a:blip r:embed="rId4">
              <a:alphaModFix/>
            </a:blip>
            <a:stretch>
              <a:fillRect b="0" l="0" r="0" t="0"/>
            </a:stretch>
          </a:blipFill>
          <a:ln>
            <a:noFill/>
          </a:ln>
        </p:spPr>
      </p:sp>
      <p:sp>
        <p:nvSpPr>
          <p:cNvPr id="120" name="Google Shape;120;g28d57d6221e450af_15"/>
          <p:cNvSpPr/>
          <p:nvPr/>
        </p:nvSpPr>
        <p:spPr>
          <a:xfrm rot="5400000">
            <a:off x="3053761" y="-122314"/>
            <a:ext cx="3853948" cy="6624299"/>
          </a:xfrm>
          <a:custGeom>
            <a:rect b="b" l="l" r="r" t="t"/>
            <a:pathLst>
              <a:path extrusionOk="0" h="9531366" w="6791098">
                <a:moveTo>
                  <a:pt x="0" y="0"/>
                </a:moveTo>
                <a:lnTo>
                  <a:pt x="6791098" y="0"/>
                </a:lnTo>
                <a:lnTo>
                  <a:pt x="6791098" y="9531366"/>
                </a:lnTo>
                <a:lnTo>
                  <a:pt x="0" y="9531366"/>
                </a:lnTo>
                <a:lnTo>
                  <a:pt x="0" y="0"/>
                </a:lnTo>
                <a:close/>
              </a:path>
            </a:pathLst>
          </a:custGeom>
          <a:blipFill rotWithShape="1">
            <a:blip r:embed="rId4">
              <a:alphaModFix/>
            </a:blip>
            <a:stretch>
              <a:fillRect b="0" l="0" r="0" t="0"/>
            </a:stretch>
          </a:blipFill>
          <a:ln>
            <a:noFill/>
          </a:ln>
        </p:spPr>
      </p:sp>
      <p:sp>
        <p:nvSpPr>
          <p:cNvPr id="121" name="Google Shape;121;g28d57d6221e450af_15"/>
          <p:cNvSpPr/>
          <p:nvPr/>
        </p:nvSpPr>
        <p:spPr>
          <a:xfrm rot="5400000">
            <a:off x="12076724" y="4487411"/>
            <a:ext cx="3633237" cy="6386015"/>
          </a:xfrm>
          <a:custGeom>
            <a:rect b="b" l="l" r="r" t="t"/>
            <a:pathLst>
              <a:path extrusionOk="0" h="9531366" w="6791098">
                <a:moveTo>
                  <a:pt x="0" y="0"/>
                </a:moveTo>
                <a:lnTo>
                  <a:pt x="6791098" y="0"/>
                </a:lnTo>
                <a:lnTo>
                  <a:pt x="6791098" y="9531366"/>
                </a:lnTo>
                <a:lnTo>
                  <a:pt x="0" y="9531366"/>
                </a:lnTo>
                <a:lnTo>
                  <a:pt x="0" y="0"/>
                </a:lnTo>
                <a:close/>
              </a:path>
            </a:pathLst>
          </a:custGeom>
          <a:blipFill rotWithShape="1">
            <a:blip r:embed="rId4">
              <a:alphaModFix/>
            </a:blip>
            <a:stretch>
              <a:fillRect b="0" l="0" r="0" t="0"/>
            </a:stretch>
          </a:blipFill>
          <a:ln>
            <a:noFill/>
          </a:ln>
        </p:spPr>
      </p:sp>
      <p:sp>
        <p:nvSpPr>
          <p:cNvPr id="122" name="Google Shape;122;g28d57d6221e450af_15"/>
          <p:cNvSpPr txBox="1"/>
          <p:nvPr/>
        </p:nvSpPr>
        <p:spPr>
          <a:xfrm>
            <a:off x="2365175" y="1858725"/>
            <a:ext cx="5668500" cy="6118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8175"/>
              <a:buFont typeface="Arial"/>
              <a:buNone/>
            </a:pPr>
            <a:r>
              <a:rPr lang="en-US" sz="7100">
                <a:solidFill>
                  <a:srgbClr val="0B0E11"/>
                </a:solidFill>
                <a:latin typeface="Caveat"/>
                <a:ea typeface="Caveat"/>
                <a:cs typeface="Caveat"/>
                <a:sym typeface="Caveat"/>
              </a:rPr>
              <a:t>a relevant quote</a:t>
            </a:r>
            <a:endParaRPr sz="7100">
              <a:solidFill>
                <a:srgbClr val="0B0E11"/>
              </a:solidFill>
              <a:latin typeface="Caveat"/>
              <a:ea typeface="Caveat"/>
              <a:cs typeface="Caveat"/>
              <a:sym typeface="Caveat"/>
            </a:endParaRPr>
          </a:p>
          <a:p>
            <a:pPr indent="0" lvl="0" marL="0" marR="0" rtl="0" algn="l">
              <a:lnSpc>
                <a:spcPct val="140000"/>
              </a:lnSpc>
              <a:spcBef>
                <a:spcPts val="0"/>
              </a:spcBef>
              <a:spcAft>
                <a:spcPts val="0"/>
              </a:spcAft>
              <a:buClr>
                <a:srgbClr val="000000"/>
              </a:buClr>
              <a:buSzPts val="8175"/>
              <a:buFont typeface="Arial"/>
              <a:buNone/>
            </a:pPr>
            <a:r>
              <a:rPr lang="en-US" sz="7100">
                <a:solidFill>
                  <a:srgbClr val="0B0E11"/>
                </a:solidFill>
                <a:latin typeface="Caveat"/>
                <a:ea typeface="Caveat"/>
                <a:cs typeface="Caveat"/>
                <a:sym typeface="Caveat"/>
              </a:rPr>
              <a:t>        2</a:t>
            </a:r>
            <a:endParaRPr sz="7100">
              <a:solidFill>
                <a:srgbClr val="0B0E11"/>
              </a:solidFill>
              <a:latin typeface="Caveat"/>
              <a:ea typeface="Caveat"/>
              <a:cs typeface="Caveat"/>
              <a:sym typeface="Caveat"/>
            </a:endParaRPr>
          </a:p>
          <a:p>
            <a:pPr indent="0" lvl="0" marL="0" marR="0" rtl="0" algn="ctr">
              <a:lnSpc>
                <a:spcPct val="140000"/>
              </a:lnSpc>
              <a:spcBef>
                <a:spcPts val="0"/>
              </a:spcBef>
              <a:spcAft>
                <a:spcPts val="0"/>
              </a:spcAft>
              <a:buClr>
                <a:srgbClr val="000000"/>
              </a:buClr>
              <a:buSzPts val="8175"/>
              <a:buFont typeface="Arial"/>
              <a:buNone/>
            </a:pPr>
            <a:r>
              <a:t/>
            </a:r>
            <a:endParaRPr i="0" sz="7100" u="none" cap="none" strike="noStrike">
              <a:solidFill>
                <a:srgbClr val="000000"/>
              </a:solidFill>
              <a:latin typeface="Caveat"/>
              <a:ea typeface="Caveat"/>
              <a:cs typeface="Caveat"/>
              <a:sym typeface="Caveat"/>
            </a:endParaRPr>
          </a:p>
        </p:txBody>
      </p:sp>
      <p:sp>
        <p:nvSpPr>
          <p:cNvPr id="123" name="Google Shape;123;g28d57d6221e450af_15"/>
          <p:cNvSpPr txBox="1"/>
          <p:nvPr/>
        </p:nvSpPr>
        <p:spPr>
          <a:xfrm>
            <a:off x="11012301" y="2413500"/>
            <a:ext cx="5496600" cy="5618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8175"/>
              <a:buFont typeface="Arial"/>
              <a:buNone/>
            </a:pPr>
            <a:r>
              <a:rPr lang="en-US" sz="6500">
                <a:solidFill>
                  <a:srgbClr val="0B0E11"/>
                </a:solidFill>
                <a:latin typeface="Caveat"/>
                <a:ea typeface="Caveat"/>
                <a:cs typeface="Caveat"/>
                <a:sym typeface="Caveat"/>
              </a:rPr>
              <a:t>a linking sentence</a:t>
            </a:r>
            <a:endParaRPr sz="6500">
              <a:solidFill>
                <a:srgbClr val="0B0E11"/>
              </a:solidFill>
              <a:latin typeface="Caveat"/>
              <a:ea typeface="Caveat"/>
              <a:cs typeface="Caveat"/>
              <a:sym typeface="Caveat"/>
            </a:endParaRPr>
          </a:p>
          <a:p>
            <a:pPr indent="0" lvl="0" marL="0" marR="0" rtl="0" algn="l">
              <a:lnSpc>
                <a:spcPct val="140000"/>
              </a:lnSpc>
              <a:spcBef>
                <a:spcPts val="0"/>
              </a:spcBef>
              <a:spcAft>
                <a:spcPts val="0"/>
              </a:spcAft>
              <a:buClr>
                <a:srgbClr val="000000"/>
              </a:buClr>
              <a:buSzPts val="8175"/>
              <a:buFont typeface="Arial"/>
              <a:buNone/>
            </a:pPr>
            <a:r>
              <a:rPr lang="en-US" sz="6500">
                <a:solidFill>
                  <a:srgbClr val="0B0E11"/>
                </a:solidFill>
                <a:latin typeface="Caveat"/>
                <a:ea typeface="Caveat"/>
                <a:cs typeface="Caveat"/>
                <a:sym typeface="Caveat"/>
              </a:rPr>
              <a:t>           4</a:t>
            </a:r>
            <a:endParaRPr sz="6500">
              <a:solidFill>
                <a:srgbClr val="0B0E11"/>
              </a:solidFill>
              <a:latin typeface="Caveat"/>
              <a:ea typeface="Caveat"/>
              <a:cs typeface="Caveat"/>
              <a:sym typeface="Caveat"/>
            </a:endParaRPr>
          </a:p>
          <a:p>
            <a:pPr indent="0" lvl="0" marL="0" marR="0" rtl="0" algn="ctr">
              <a:lnSpc>
                <a:spcPct val="140000"/>
              </a:lnSpc>
              <a:spcBef>
                <a:spcPts val="0"/>
              </a:spcBef>
              <a:spcAft>
                <a:spcPts val="0"/>
              </a:spcAft>
              <a:buClr>
                <a:srgbClr val="000000"/>
              </a:buClr>
              <a:buSzPts val="8175"/>
              <a:buFont typeface="Arial"/>
              <a:buNone/>
            </a:pPr>
            <a:r>
              <a:t/>
            </a:r>
            <a:endParaRPr i="0" sz="6500" u="none" cap="none" strike="noStrike">
              <a:solidFill>
                <a:srgbClr val="000000"/>
              </a:solidFill>
              <a:latin typeface="Caveat"/>
              <a:ea typeface="Caveat"/>
              <a:cs typeface="Caveat"/>
              <a:sym typeface="Caveat"/>
            </a:endParaRPr>
          </a:p>
        </p:txBody>
      </p:sp>
      <p:sp>
        <p:nvSpPr>
          <p:cNvPr id="124" name="Google Shape;124;g28d57d6221e450af_15"/>
          <p:cNvSpPr txBox="1"/>
          <p:nvPr/>
        </p:nvSpPr>
        <p:spPr>
          <a:xfrm>
            <a:off x="11012300" y="6631025"/>
            <a:ext cx="6624300" cy="5618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8175"/>
              <a:buFont typeface="Arial"/>
              <a:buNone/>
            </a:pPr>
            <a:r>
              <a:rPr lang="en-US" sz="6500">
                <a:solidFill>
                  <a:srgbClr val="0B0E11"/>
                </a:solidFill>
                <a:latin typeface="Caveat"/>
                <a:ea typeface="Caveat"/>
                <a:cs typeface="Caveat"/>
                <a:sym typeface="Caveat"/>
              </a:rPr>
              <a:t>a strong explanation</a:t>
            </a:r>
            <a:endParaRPr sz="6500">
              <a:solidFill>
                <a:srgbClr val="0B0E11"/>
              </a:solidFill>
              <a:latin typeface="Caveat"/>
              <a:ea typeface="Caveat"/>
              <a:cs typeface="Caveat"/>
              <a:sym typeface="Caveat"/>
            </a:endParaRPr>
          </a:p>
          <a:p>
            <a:pPr indent="0" lvl="0" marL="0" marR="0" rtl="0" algn="l">
              <a:lnSpc>
                <a:spcPct val="140000"/>
              </a:lnSpc>
              <a:spcBef>
                <a:spcPts val="0"/>
              </a:spcBef>
              <a:spcAft>
                <a:spcPts val="0"/>
              </a:spcAft>
              <a:buClr>
                <a:srgbClr val="000000"/>
              </a:buClr>
              <a:buSzPts val="8175"/>
              <a:buFont typeface="Arial"/>
              <a:buNone/>
            </a:pPr>
            <a:r>
              <a:rPr lang="en-US" sz="6500">
                <a:solidFill>
                  <a:srgbClr val="0B0E11"/>
                </a:solidFill>
                <a:latin typeface="Caveat"/>
                <a:ea typeface="Caveat"/>
                <a:cs typeface="Caveat"/>
                <a:sym typeface="Caveat"/>
              </a:rPr>
              <a:t>               3</a:t>
            </a:r>
            <a:endParaRPr sz="6500">
              <a:solidFill>
                <a:srgbClr val="0B0E11"/>
              </a:solidFill>
              <a:latin typeface="Caveat"/>
              <a:ea typeface="Caveat"/>
              <a:cs typeface="Caveat"/>
              <a:sym typeface="Caveat"/>
            </a:endParaRPr>
          </a:p>
          <a:p>
            <a:pPr indent="0" lvl="0" marL="0" marR="0" rtl="0" algn="ctr">
              <a:lnSpc>
                <a:spcPct val="140000"/>
              </a:lnSpc>
              <a:spcBef>
                <a:spcPts val="0"/>
              </a:spcBef>
              <a:spcAft>
                <a:spcPts val="0"/>
              </a:spcAft>
              <a:buClr>
                <a:srgbClr val="000000"/>
              </a:buClr>
              <a:buSzPts val="8175"/>
              <a:buFont typeface="Arial"/>
              <a:buNone/>
            </a:pPr>
            <a:r>
              <a:t/>
            </a:r>
            <a:endParaRPr i="0" sz="6500" u="none" cap="none" strike="noStrike">
              <a:solidFill>
                <a:srgbClr val="000000"/>
              </a:solidFill>
              <a:latin typeface="Caveat"/>
              <a:ea typeface="Caveat"/>
              <a:cs typeface="Caveat"/>
              <a:sym typeface="Caveat"/>
            </a:endParaRPr>
          </a:p>
        </p:txBody>
      </p:sp>
      <p:sp>
        <p:nvSpPr>
          <p:cNvPr id="125" name="Google Shape;125;g28d57d6221e450af_15"/>
          <p:cNvSpPr txBox="1"/>
          <p:nvPr/>
        </p:nvSpPr>
        <p:spPr>
          <a:xfrm>
            <a:off x="518074" y="0"/>
            <a:ext cx="15727200" cy="3059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8175"/>
              <a:buFont typeface="Arial"/>
              <a:buNone/>
            </a:pPr>
            <a:r>
              <a:rPr lang="en-US" sz="7100">
                <a:solidFill>
                  <a:srgbClr val="0B0E11"/>
                </a:solidFill>
                <a:latin typeface="Caveat"/>
                <a:ea typeface="Caveat"/>
                <a:cs typeface="Caveat"/>
                <a:sym typeface="Caveat"/>
              </a:rPr>
              <a:t>Put these in correct order (1 minute): Answer</a:t>
            </a:r>
            <a:endParaRPr i="0" sz="7100" u="none" cap="none" strike="noStrike">
              <a:solidFill>
                <a:srgbClr val="000000"/>
              </a:solidFill>
              <a:latin typeface="Caveat"/>
              <a:ea typeface="Caveat"/>
              <a:cs typeface="Caveat"/>
              <a:sym typeface="Cave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28d57d6221e450af_30"/>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0" l="-12839" r="-12839" t="0"/>
            </a:stretch>
          </a:blipFill>
          <a:ln>
            <a:noFill/>
          </a:ln>
        </p:spPr>
      </p:sp>
      <p:sp>
        <p:nvSpPr>
          <p:cNvPr id="131" name="Google Shape;131;g28d57d6221e450af_30"/>
          <p:cNvSpPr/>
          <p:nvPr/>
        </p:nvSpPr>
        <p:spPr>
          <a:xfrm rot="5400000">
            <a:off x="3299967" y="-3603831"/>
            <a:ext cx="10526202" cy="17537713"/>
          </a:xfrm>
          <a:custGeom>
            <a:rect b="b" l="l" r="r" t="t"/>
            <a:pathLst>
              <a:path extrusionOk="0" h="9531366" w="6791098">
                <a:moveTo>
                  <a:pt x="0" y="0"/>
                </a:moveTo>
                <a:lnTo>
                  <a:pt x="6791098" y="0"/>
                </a:lnTo>
                <a:lnTo>
                  <a:pt x="6791098" y="9531366"/>
                </a:lnTo>
                <a:lnTo>
                  <a:pt x="0" y="9531366"/>
                </a:lnTo>
                <a:lnTo>
                  <a:pt x="0" y="0"/>
                </a:lnTo>
                <a:close/>
              </a:path>
            </a:pathLst>
          </a:custGeom>
          <a:blipFill rotWithShape="1">
            <a:blip r:embed="rId4">
              <a:alphaModFix/>
            </a:blip>
            <a:stretch>
              <a:fillRect b="0" l="0" r="0" t="0"/>
            </a:stretch>
          </a:blipFill>
          <a:ln>
            <a:noFill/>
          </a:ln>
        </p:spPr>
      </p:sp>
      <p:sp>
        <p:nvSpPr>
          <p:cNvPr id="132" name="Google Shape;132;g28d57d6221e450af_30"/>
          <p:cNvSpPr/>
          <p:nvPr/>
        </p:nvSpPr>
        <p:spPr>
          <a:xfrm rot="1674731">
            <a:off x="15195628" y="-249083"/>
            <a:ext cx="4123774" cy="2211842"/>
          </a:xfrm>
          <a:custGeom>
            <a:rect b="b" l="l" r="r" t="t"/>
            <a:pathLst>
              <a:path extrusionOk="0" h="2214765" w="4129223">
                <a:moveTo>
                  <a:pt x="0" y="0"/>
                </a:moveTo>
                <a:lnTo>
                  <a:pt x="4129222" y="0"/>
                </a:lnTo>
                <a:lnTo>
                  <a:pt x="4129222" y="2214765"/>
                </a:lnTo>
                <a:lnTo>
                  <a:pt x="0" y="2214765"/>
                </a:lnTo>
                <a:lnTo>
                  <a:pt x="0" y="0"/>
                </a:lnTo>
                <a:close/>
              </a:path>
            </a:pathLst>
          </a:custGeom>
          <a:blipFill rotWithShape="1">
            <a:blip r:embed="rId5">
              <a:alphaModFix amt="58999"/>
            </a:blip>
            <a:stretch>
              <a:fillRect b="0" l="0" r="0" t="0"/>
            </a:stretch>
          </a:blipFill>
          <a:ln>
            <a:noFill/>
          </a:ln>
        </p:spPr>
      </p:sp>
      <p:sp>
        <p:nvSpPr>
          <p:cNvPr id="133" name="Google Shape;133;g28d57d6221e450af_30"/>
          <p:cNvSpPr/>
          <p:nvPr/>
        </p:nvSpPr>
        <p:spPr>
          <a:xfrm rot="1674731">
            <a:off x="-1371867" y="9010852"/>
            <a:ext cx="4123774" cy="2211842"/>
          </a:xfrm>
          <a:custGeom>
            <a:rect b="b" l="l" r="r" t="t"/>
            <a:pathLst>
              <a:path extrusionOk="0" h="2214765" w="4129223">
                <a:moveTo>
                  <a:pt x="0" y="0"/>
                </a:moveTo>
                <a:lnTo>
                  <a:pt x="4129223" y="0"/>
                </a:lnTo>
                <a:lnTo>
                  <a:pt x="4129223" y="2214765"/>
                </a:lnTo>
                <a:lnTo>
                  <a:pt x="0" y="2214765"/>
                </a:lnTo>
                <a:lnTo>
                  <a:pt x="0" y="0"/>
                </a:lnTo>
                <a:close/>
              </a:path>
            </a:pathLst>
          </a:custGeom>
          <a:blipFill rotWithShape="1">
            <a:blip r:embed="rId5">
              <a:alphaModFix amt="58999"/>
            </a:blip>
            <a:stretch>
              <a:fillRect b="0" l="0" r="0" t="0"/>
            </a:stretch>
          </a:blipFill>
          <a:ln>
            <a:noFill/>
          </a:ln>
        </p:spPr>
      </p:sp>
      <p:pic>
        <p:nvPicPr>
          <p:cNvPr id="134" name="Google Shape;134;g28d57d6221e450af_30"/>
          <p:cNvPicPr preferRelativeResize="0"/>
          <p:nvPr/>
        </p:nvPicPr>
        <p:blipFill>
          <a:blip r:embed="rId6">
            <a:alphaModFix/>
          </a:blip>
          <a:stretch>
            <a:fillRect/>
          </a:stretch>
        </p:blipFill>
        <p:spPr>
          <a:xfrm>
            <a:off x="2156367" y="397300"/>
            <a:ext cx="12496373" cy="949240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28d57d6221e450af_38"/>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0" l="-12839" r="-12839" t="0"/>
            </a:stretch>
          </a:blipFill>
          <a:ln>
            <a:noFill/>
          </a:ln>
        </p:spPr>
      </p:sp>
      <p:sp>
        <p:nvSpPr>
          <p:cNvPr id="140" name="Google Shape;140;g28d57d6221e450af_38"/>
          <p:cNvSpPr/>
          <p:nvPr/>
        </p:nvSpPr>
        <p:spPr>
          <a:xfrm rot="5400000">
            <a:off x="3299967" y="-3603831"/>
            <a:ext cx="10526202" cy="17537713"/>
          </a:xfrm>
          <a:custGeom>
            <a:rect b="b" l="l" r="r" t="t"/>
            <a:pathLst>
              <a:path extrusionOk="0" h="9531366" w="6791098">
                <a:moveTo>
                  <a:pt x="0" y="0"/>
                </a:moveTo>
                <a:lnTo>
                  <a:pt x="6791098" y="0"/>
                </a:lnTo>
                <a:lnTo>
                  <a:pt x="6791098" y="9531366"/>
                </a:lnTo>
                <a:lnTo>
                  <a:pt x="0" y="9531366"/>
                </a:lnTo>
                <a:lnTo>
                  <a:pt x="0" y="0"/>
                </a:lnTo>
                <a:close/>
              </a:path>
            </a:pathLst>
          </a:custGeom>
          <a:blipFill rotWithShape="1">
            <a:blip r:embed="rId4">
              <a:alphaModFix/>
            </a:blip>
            <a:stretch>
              <a:fillRect b="0" l="0" r="0" t="0"/>
            </a:stretch>
          </a:blipFill>
          <a:ln>
            <a:noFill/>
          </a:ln>
        </p:spPr>
      </p:sp>
      <p:sp>
        <p:nvSpPr>
          <p:cNvPr id="141" name="Google Shape;141;g28d57d6221e450af_38"/>
          <p:cNvSpPr/>
          <p:nvPr/>
        </p:nvSpPr>
        <p:spPr>
          <a:xfrm rot="1674731">
            <a:off x="15195628" y="-249083"/>
            <a:ext cx="4123774" cy="2211842"/>
          </a:xfrm>
          <a:custGeom>
            <a:rect b="b" l="l" r="r" t="t"/>
            <a:pathLst>
              <a:path extrusionOk="0" h="2214765" w="4129223">
                <a:moveTo>
                  <a:pt x="0" y="0"/>
                </a:moveTo>
                <a:lnTo>
                  <a:pt x="4129222" y="0"/>
                </a:lnTo>
                <a:lnTo>
                  <a:pt x="4129222" y="2214765"/>
                </a:lnTo>
                <a:lnTo>
                  <a:pt x="0" y="2214765"/>
                </a:lnTo>
                <a:lnTo>
                  <a:pt x="0" y="0"/>
                </a:lnTo>
                <a:close/>
              </a:path>
            </a:pathLst>
          </a:custGeom>
          <a:blipFill rotWithShape="1">
            <a:blip r:embed="rId5">
              <a:alphaModFix amt="58999"/>
            </a:blip>
            <a:stretch>
              <a:fillRect b="0" l="0" r="0" t="0"/>
            </a:stretch>
          </a:blipFill>
          <a:ln>
            <a:noFill/>
          </a:ln>
        </p:spPr>
      </p:sp>
      <p:sp>
        <p:nvSpPr>
          <p:cNvPr id="142" name="Google Shape;142;g28d57d6221e450af_38"/>
          <p:cNvSpPr/>
          <p:nvPr/>
        </p:nvSpPr>
        <p:spPr>
          <a:xfrm rot="1674731">
            <a:off x="-1371867" y="9010852"/>
            <a:ext cx="4123774" cy="2211842"/>
          </a:xfrm>
          <a:custGeom>
            <a:rect b="b" l="l" r="r" t="t"/>
            <a:pathLst>
              <a:path extrusionOk="0" h="2214765" w="4129223">
                <a:moveTo>
                  <a:pt x="0" y="0"/>
                </a:moveTo>
                <a:lnTo>
                  <a:pt x="4129223" y="0"/>
                </a:lnTo>
                <a:lnTo>
                  <a:pt x="4129223" y="2214765"/>
                </a:lnTo>
                <a:lnTo>
                  <a:pt x="0" y="2214765"/>
                </a:lnTo>
                <a:lnTo>
                  <a:pt x="0" y="0"/>
                </a:lnTo>
                <a:close/>
              </a:path>
            </a:pathLst>
          </a:custGeom>
          <a:blipFill rotWithShape="1">
            <a:blip r:embed="rId5">
              <a:alphaModFix amt="58999"/>
            </a:blip>
            <a:stretch>
              <a:fillRect b="0" l="0" r="0" t="0"/>
            </a:stretch>
          </a:blipFill>
          <a:ln>
            <a:noFill/>
          </a:ln>
        </p:spPr>
      </p:sp>
      <p:pic>
        <p:nvPicPr>
          <p:cNvPr id="143" name="Google Shape;143;g28d57d6221e450af_38"/>
          <p:cNvPicPr preferRelativeResize="0"/>
          <p:nvPr/>
        </p:nvPicPr>
        <p:blipFill>
          <a:blip r:embed="rId6">
            <a:alphaModFix/>
          </a:blip>
          <a:stretch>
            <a:fillRect/>
          </a:stretch>
        </p:blipFill>
        <p:spPr>
          <a:xfrm>
            <a:off x="2411450" y="350607"/>
            <a:ext cx="12506348" cy="931022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28d57d6221e450af_46"/>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0" l="-12839" r="-12839" t="0"/>
            </a:stretch>
          </a:blipFill>
          <a:ln>
            <a:noFill/>
          </a:ln>
        </p:spPr>
      </p:sp>
      <p:sp>
        <p:nvSpPr>
          <p:cNvPr id="149" name="Google Shape;149;g28d57d6221e450af_46"/>
          <p:cNvSpPr/>
          <p:nvPr/>
        </p:nvSpPr>
        <p:spPr>
          <a:xfrm rot="5400000">
            <a:off x="3299967" y="-3603831"/>
            <a:ext cx="10526202" cy="17537713"/>
          </a:xfrm>
          <a:custGeom>
            <a:rect b="b" l="l" r="r" t="t"/>
            <a:pathLst>
              <a:path extrusionOk="0" h="9531366" w="6791098">
                <a:moveTo>
                  <a:pt x="0" y="0"/>
                </a:moveTo>
                <a:lnTo>
                  <a:pt x="6791098" y="0"/>
                </a:lnTo>
                <a:lnTo>
                  <a:pt x="6791098" y="9531366"/>
                </a:lnTo>
                <a:lnTo>
                  <a:pt x="0" y="9531366"/>
                </a:lnTo>
                <a:lnTo>
                  <a:pt x="0" y="0"/>
                </a:lnTo>
                <a:close/>
              </a:path>
            </a:pathLst>
          </a:custGeom>
          <a:blipFill rotWithShape="1">
            <a:blip r:embed="rId4">
              <a:alphaModFix/>
            </a:blip>
            <a:stretch>
              <a:fillRect b="0" l="0" r="0" t="0"/>
            </a:stretch>
          </a:blipFill>
          <a:ln>
            <a:noFill/>
          </a:ln>
        </p:spPr>
      </p:sp>
      <p:sp>
        <p:nvSpPr>
          <p:cNvPr id="150" name="Google Shape;150;g28d57d6221e450af_46"/>
          <p:cNvSpPr/>
          <p:nvPr/>
        </p:nvSpPr>
        <p:spPr>
          <a:xfrm rot="1674731">
            <a:off x="15195628" y="-249083"/>
            <a:ext cx="4123774" cy="2211842"/>
          </a:xfrm>
          <a:custGeom>
            <a:rect b="b" l="l" r="r" t="t"/>
            <a:pathLst>
              <a:path extrusionOk="0" h="2214765" w="4129223">
                <a:moveTo>
                  <a:pt x="0" y="0"/>
                </a:moveTo>
                <a:lnTo>
                  <a:pt x="4129222" y="0"/>
                </a:lnTo>
                <a:lnTo>
                  <a:pt x="4129222" y="2214765"/>
                </a:lnTo>
                <a:lnTo>
                  <a:pt x="0" y="2214765"/>
                </a:lnTo>
                <a:lnTo>
                  <a:pt x="0" y="0"/>
                </a:lnTo>
                <a:close/>
              </a:path>
            </a:pathLst>
          </a:custGeom>
          <a:blipFill rotWithShape="1">
            <a:blip r:embed="rId5">
              <a:alphaModFix amt="58999"/>
            </a:blip>
            <a:stretch>
              <a:fillRect b="0" l="0" r="0" t="0"/>
            </a:stretch>
          </a:blipFill>
          <a:ln>
            <a:noFill/>
          </a:ln>
        </p:spPr>
      </p:sp>
      <p:sp>
        <p:nvSpPr>
          <p:cNvPr id="151" name="Google Shape;151;g28d57d6221e450af_46"/>
          <p:cNvSpPr/>
          <p:nvPr/>
        </p:nvSpPr>
        <p:spPr>
          <a:xfrm rot="1674731">
            <a:off x="-1371867" y="9010852"/>
            <a:ext cx="4123774" cy="2211842"/>
          </a:xfrm>
          <a:custGeom>
            <a:rect b="b" l="l" r="r" t="t"/>
            <a:pathLst>
              <a:path extrusionOk="0" h="2214765" w="4129223">
                <a:moveTo>
                  <a:pt x="0" y="0"/>
                </a:moveTo>
                <a:lnTo>
                  <a:pt x="4129223" y="0"/>
                </a:lnTo>
                <a:lnTo>
                  <a:pt x="4129223" y="2214765"/>
                </a:lnTo>
                <a:lnTo>
                  <a:pt x="0" y="2214765"/>
                </a:lnTo>
                <a:lnTo>
                  <a:pt x="0" y="0"/>
                </a:lnTo>
                <a:close/>
              </a:path>
            </a:pathLst>
          </a:custGeom>
          <a:blipFill rotWithShape="1">
            <a:blip r:embed="rId5">
              <a:alphaModFix amt="58999"/>
            </a:blip>
            <a:stretch>
              <a:fillRect b="0" l="0" r="0" t="0"/>
            </a:stretch>
          </a:blipFill>
          <a:ln>
            <a:noFill/>
          </a:ln>
        </p:spPr>
      </p:sp>
      <p:pic>
        <p:nvPicPr>
          <p:cNvPr id="152" name="Google Shape;152;g28d57d6221e450af_46"/>
          <p:cNvPicPr preferRelativeResize="0"/>
          <p:nvPr/>
        </p:nvPicPr>
        <p:blipFill>
          <a:blip r:embed="rId6">
            <a:alphaModFix/>
          </a:blip>
          <a:stretch>
            <a:fillRect/>
          </a:stretch>
        </p:blipFill>
        <p:spPr>
          <a:xfrm>
            <a:off x="2260131" y="693996"/>
            <a:ext cx="12320777" cy="92181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28d57d6221e450af_54"/>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0" l="-12839" r="-12839" t="0"/>
            </a:stretch>
          </a:blipFill>
          <a:ln>
            <a:noFill/>
          </a:ln>
        </p:spPr>
      </p:sp>
      <p:sp>
        <p:nvSpPr>
          <p:cNvPr id="158" name="Google Shape;158;g28d57d6221e450af_54"/>
          <p:cNvSpPr/>
          <p:nvPr/>
        </p:nvSpPr>
        <p:spPr>
          <a:xfrm rot="5400000">
            <a:off x="3299967" y="-3603831"/>
            <a:ext cx="10526202" cy="17537713"/>
          </a:xfrm>
          <a:custGeom>
            <a:rect b="b" l="l" r="r" t="t"/>
            <a:pathLst>
              <a:path extrusionOk="0" h="9531366" w="6791098">
                <a:moveTo>
                  <a:pt x="0" y="0"/>
                </a:moveTo>
                <a:lnTo>
                  <a:pt x="6791098" y="0"/>
                </a:lnTo>
                <a:lnTo>
                  <a:pt x="6791098" y="9531366"/>
                </a:lnTo>
                <a:lnTo>
                  <a:pt x="0" y="9531366"/>
                </a:lnTo>
                <a:lnTo>
                  <a:pt x="0" y="0"/>
                </a:lnTo>
                <a:close/>
              </a:path>
            </a:pathLst>
          </a:custGeom>
          <a:blipFill rotWithShape="1">
            <a:blip r:embed="rId4">
              <a:alphaModFix/>
            </a:blip>
            <a:stretch>
              <a:fillRect b="0" l="0" r="0" t="0"/>
            </a:stretch>
          </a:blipFill>
          <a:ln>
            <a:noFill/>
          </a:ln>
        </p:spPr>
      </p:sp>
      <p:sp>
        <p:nvSpPr>
          <p:cNvPr id="159" name="Google Shape;159;g28d57d6221e450af_54"/>
          <p:cNvSpPr/>
          <p:nvPr/>
        </p:nvSpPr>
        <p:spPr>
          <a:xfrm rot="1674731">
            <a:off x="15195628" y="-249083"/>
            <a:ext cx="4123774" cy="2211842"/>
          </a:xfrm>
          <a:custGeom>
            <a:rect b="b" l="l" r="r" t="t"/>
            <a:pathLst>
              <a:path extrusionOk="0" h="2214765" w="4129223">
                <a:moveTo>
                  <a:pt x="0" y="0"/>
                </a:moveTo>
                <a:lnTo>
                  <a:pt x="4129222" y="0"/>
                </a:lnTo>
                <a:lnTo>
                  <a:pt x="4129222" y="2214765"/>
                </a:lnTo>
                <a:lnTo>
                  <a:pt x="0" y="2214765"/>
                </a:lnTo>
                <a:lnTo>
                  <a:pt x="0" y="0"/>
                </a:lnTo>
                <a:close/>
              </a:path>
            </a:pathLst>
          </a:custGeom>
          <a:blipFill rotWithShape="1">
            <a:blip r:embed="rId5">
              <a:alphaModFix amt="58999"/>
            </a:blip>
            <a:stretch>
              <a:fillRect b="0" l="0" r="0" t="0"/>
            </a:stretch>
          </a:blipFill>
          <a:ln>
            <a:noFill/>
          </a:ln>
        </p:spPr>
      </p:sp>
      <p:sp>
        <p:nvSpPr>
          <p:cNvPr id="160" name="Google Shape;160;g28d57d6221e450af_54"/>
          <p:cNvSpPr/>
          <p:nvPr/>
        </p:nvSpPr>
        <p:spPr>
          <a:xfrm rot="1674731">
            <a:off x="-1371867" y="9010852"/>
            <a:ext cx="4123774" cy="2211842"/>
          </a:xfrm>
          <a:custGeom>
            <a:rect b="b" l="l" r="r" t="t"/>
            <a:pathLst>
              <a:path extrusionOk="0" h="2214765" w="4129223">
                <a:moveTo>
                  <a:pt x="0" y="0"/>
                </a:moveTo>
                <a:lnTo>
                  <a:pt x="4129223" y="0"/>
                </a:lnTo>
                <a:lnTo>
                  <a:pt x="4129223" y="2214765"/>
                </a:lnTo>
                <a:lnTo>
                  <a:pt x="0" y="2214765"/>
                </a:lnTo>
                <a:lnTo>
                  <a:pt x="0" y="0"/>
                </a:lnTo>
                <a:close/>
              </a:path>
            </a:pathLst>
          </a:custGeom>
          <a:blipFill rotWithShape="1">
            <a:blip r:embed="rId5">
              <a:alphaModFix amt="58999"/>
            </a:blip>
            <a:stretch>
              <a:fillRect b="0" l="0" r="0" t="0"/>
            </a:stretch>
          </a:blipFill>
          <a:ln>
            <a:noFill/>
          </a:ln>
        </p:spPr>
      </p:sp>
      <p:pic>
        <p:nvPicPr>
          <p:cNvPr id="161" name="Google Shape;161;g28d57d6221e450af_54"/>
          <p:cNvPicPr preferRelativeResize="0"/>
          <p:nvPr/>
        </p:nvPicPr>
        <p:blipFill>
          <a:blip r:embed="rId6">
            <a:alphaModFix/>
          </a:blip>
          <a:stretch>
            <a:fillRect/>
          </a:stretch>
        </p:blipFill>
        <p:spPr>
          <a:xfrm>
            <a:off x="2366375" y="494550"/>
            <a:ext cx="12393374" cy="929789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28d57d6221e450af_62"/>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0" l="-12839" r="-12839" t="0"/>
            </a:stretch>
          </a:blipFill>
          <a:ln>
            <a:noFill/>
          </a:ln>
        </p:spPr>
      </p:sp>
      <p:sp>
        <p:nvSpPr>
          <p:cNvPr id="167" name="Google Shape;167;g28d57d6221e450af_62"/>
          <p:cNvSpPr/>
          <p:nvPr/>
        </p:nvSpPr>
        <p:spPr>
          <a:xfrm rot="5400000">
            <a:off x="3299967" y="-3603831"/>
            <a:ext cx="10526202" cy="17537713"/>
          </a:xfrm>
          <a:custGeom>
            <a:rect b="b" l="l" r="r" t="t"/>
            <a:pathLst>
              <a:path extrusionOk="0" h="9531366" w="6791098">
                <a:moveTo>
                  <a:pt x="0" y="0"/>
                </a:moveTo>
                <a:lnTo>
                  <a:pt x="6791098" y="0"/>
                </a:lnTo>
                <a:lnTo>
                  <a:pt x="6791098" y="9531366"/>
                </a:lnTo>
                <a:lnTo>
                  <a:pt x="0" y="9531366"/>
                </a:lnTo>
                <a:lnTo>
                  <a:pt x="0" y="0"/>
                </a:lnTo>
                <a:close/>
              </a:path>
            </a:pathLst>
          </a:custGeom>
          <a:blipFill rotWithShape="1">
            <a:blip r:embed="rId4">
              <a:alphaModFix/>
            </a:blip>
            <a:stretch>
              <a:fillRect b="0" l="0" r="0" t="0"/>
            </a:stretch>
          </a:blipFill>
          <a:ln>
            <a:noFill/>
          </a:ln>
        </p:spPr>
      </p:sp>
      <p:sp>
        <p:nvSpPr>
          <p:cNvPr id="168" name="Google Shape;168;g28d57d6221e450af_62"/>
          <p:cNvSpPr/>
          <p:nvPr/>
        </p:nvSpPr>
        <p:spPr>
          <a:xfrm rot="1674731">
            <a:off x="15195628" y="-249083"/>
            <a:ext cx="4123774" cy="2211842"/>
          </a:xfrm>
          <a:custGeom>
            <a:rect b="b" l="l" r="r" t="t"/>
            <a:pathLst>
              <a:path extrusionOk="0" h="2214765" w="4129223">
                <a:moveTo>
                  <a:pt x="0" y="0"/>
                </a:moveTo>
                <a:lnTo>
                  <a:pt x="4129222" y="0"/>
                </a:lnTo>
                <a:lnTo>
                  <a:pt x="4129222" y="2214765"/>
                </a:lnTo>
                <a:lnTo>
                  <a:pt x="0" y="2214765"/>
                </a:lnTo>
                <a:lnTo>
                  <a:pt x="0" y="0"/>
                </a:lnTo>
                <a:close/>
              </a:path>
            </a:pathLst>
          </a:custGeom>
          <a:blipFill rotWithShape="1">
            <a:blip r:embed="rId5">
              <a:alphaModFix amt="58999"/>
            </a:blip>
            <a:stretch>
              <a:fillRect b="0" l="0" r="0" t="0"/>
            </a:stretch>
          </a:blipFill>
          <a:ln>
            <a:noFill/>
          </a:ln>
        </p:spPr>
      </p:sp>
      <p:sp>
        <p:nvSpPr>
          <p:cNvPr id="169" name="Google Shape;169;g28d57d6221e450af_62"/>
          <p:cNvSpPr/>
          <p:nvPr/>
        </p:nvSpPr>
        <p:spPr>
          <a:xfrm rot="1674731">
            <a:off x="-1371867" y="9010852"/>
            <a:ext cx="4123774" cy="2211842"/>
          </a:xfrm>
          <a:custGeom>
            <a:rect b="b" l="l" r="r" t="t"/>
            <a:pathLst>
              <a:path extrusionOk="0" h="2214765" w="4129223">
                <a:moveTo>
                  <a:pt x="0" y="0"/>
                </a:moveTo>
                <a:lnTo>
                  <a:pt x="4129223" y="0"/>
                </a:lnTo>
                <a:lnTo>
                  <a:pt x="4129223" y="2214765"/>
                </a:lnTo>
                <a:lnTo>
                  <a:pt x="0" y="2214765"/>
                </a:lnTo>
                <a:lnTo>
                  <a:pt x="0" y="0"/>
                </a:lnTo>
                <a:close/>
              </a:path>
            </a:pathLst>
          </a:custGeom>
          <a:blipFill rotWithShape="1">
            <a:blip r:embed="rId5">
              <a:alphaModFix amt="58999"/>
            </a:blip>
            <a:stretch>
              <a:fillRect b="0" l="0" r="0" t="0"/>
            </a:stretch>
          </a:blipFill>
          <a:ln>
            <a:noFill/>
          </a:ln>
        </p:spPr>
      </p:sp>
      <p:pic>
        <p:nvPicPr>
          <p:cNvPr id="170" name="Google Shape;170;g28d57d6221e450af_62"/>
          <p:cNvPicPr preferRelativeResize="0"/>
          <p:nvPr/>
        </p:nvPicPr>
        <p:blipFill>
          <a:blip r:embed="rId6">
            <a:alphaModFix/>
          </a:blip>
          <a:stretch>
            <a:fillRect/>
          </a:stretch>
        </p:blipFill>
        <p:spPr>
          <a:xfrm>
            <a:off x="2595750" y="491525"/>
            <a:ext cx="12322049" cy="93039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28d57d6221e450af_70"/>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0" l="-12839" r="-12839" t="0"/>
            </a:stretch>
          </a:blipFill>
          <a:ln>
            <a:noFill/>
          </a:ln>
        </p:spPr>
      </p:sp>
      <p:sp>
        <p:nvSpPr>
          <p:cNvPr id="176" name="Google Shape;176;g28d57d6221e450af_70"/>
          <p:cNvSpPr/>
          <p:nvPr/>
        </p:nvSpPr>
        <p:spPr>
          <a:xfrm rot="5400000">
            <a:off x="3299967" y="-3603831"/>
            <a:ext cx="10526202" cy="17537713"/>
          </a:xfrm>
          <a:custGeom>
            <a:rect b="b" l="l" r="r" t="t"/>
            <a:pathLst>
              <a:path extrusionOk="0" h="9531366" w="6791098">
                <a:moveTo>
                  <a:pt x="0" y="0"/>
                </a:moveTo>
                <a:lnTo>
                  <a:pt x="6791098" y="0"/>
                </a:lnTo>
                <a:lnTo>
                  <a:pt x="6791098" y="9531366"/>
                </a:lnTo>
                <a:lnTo>
                  <a:pt x="0" y="9531366"/>
                </a:lnTo>
                <a:lnTo>
                  <a:pt x="0" y="0"/>
                </a:lnTo>
                <a:close/>
              </a:path>
            </a:pathLst>
          </a:custGeom>
          <a:blipFill rotWithShape="1">
            <a:blip r:embed="rId4">
              <a:alphaModFix/>
            </a:blip>
            <a:stretch>
              <a:fillRect b="0" l="0" r="0" t="0"/>
            </a:stretch>
          </a:blipFill>
          <a:ln>
            <a:noFill/>
          </a:ln>
        </p:spPr>
      </p:sp>
      <p:sp>
        <p:nvSpPr>
          <p:cNvPr id="177" name="Google Shape;177;g28d57d6221e450af_70"/>
          <p:cNvSpPr/>
          <p:nvPr/>
        </p:nvSpPr>
        <p:spPr>
          <a:xfrm rot="1674731">
            <a:off x="15195628" y="-249083"/>
            <a:ext cx="4123774" cy="2211842"/>
          </a:xfrm>
          <a:custGeom>
            <a:rect b="b" l="l" r="r" t="t"/>
            <a:pathLst>
              <a:path extrusionOk="0" h="2214765" w="4129223">
                <a:moveTo>
                  <a:pt x="0" y="0"/>
                </a:moveTo>
                <a:lnTo>
                  <a:pt x="4129222" y="0"/>
                </a:lnTo>
                <a:lnTo>
                  <a:pt x="4129222" y="2214765"/>
                </a:lnTo>
                <a:lnTo>
                  <a:pt x="0" y="2214765"/>
                </a:lnTo>
                <a:lnTo>
                  <a:pt x="0" y="0"/>
                </a:lnTo>
                <a:close/>
              </a:path>
            </a:pathLst>
          </a:custGeom>
          <a:blipFill rotWithShape="1">
            <a:blip r:embed="rId5">
              <a:alphaModFix amt="58999"/>
            </a:blip>
            <a:stretch>
              <a:fillRect b="0" l="0" r="0" t="0"/>
            </a:stretch>
          </a:blipFill>
          <a:ln>
            <a:noFill/>
          </a:ln>
        </p:spPr>
      </p:sp>
      <p:sp>
        <p:nvSpPr>
          <p:cNvPr id="178" name="Google Shape;178;g28d57d6221e450af_70"/>
          <p:cNvSpPr/>
          <p:nvPr/>
        </p:nvSpPr>
        <p:spPr>
          <a:xfrm rot="1674731">
            <a:off x="-1371867" y="9010852"/>
            <a:ext cx="4123774" cy="2211842"/>
          </a:xfrm>
          <a:custGeom>
            <a:rect b="b" l="l" r="r" t="t"/>
            <a:pathLst>
              <a:path extrusionOk="0" h="2214765" w="4129223">
                <a:moveTo>
                  <a:pt x="0" y="0"/>
                </a:moveTo>
                <a:lnTo>
                  <a:pt x="4129223" y="0"/>
                </a:lnTo>
                <a:lnTo>
                  <a:pt x="4129223" y="2214765"/>
                </a:lnTo>
                <a:lnTo>
                  <a:pt x="0" y="2214765"/>
                </a:lnTo>
                <a:lnTo>
                  <a:pt x="0" y="0"/>
                </a:lnTo>
                <a:close/>
              </a:path>
            </a:pathLst>
          </a:custGeom>
          <a:blipFill rotWithShape="1">
            <a:blip r:embed="rId5">
              <a:alphaModFix amt="58999"/>
            </a:blip>
            <a:stretch>
              <a:fillRect b="0" l="0" r="0" t="0"/>
            </a:stretch>
          </a:blipFill>
          <a:ln>
            <a:noFill/>
          </a:ln>
        </p:spPr>
      </p:sp>
      <p:pic>
        <p:nvPicPr>
          <p:cNvPr id="179" name="Google Shape;179;g28d57d6221e450af_70"/>
          <p:cNvPicPr preferRelativeResize="0"/>
          <p:nvPr/>
        </p:nvPicPr>
        <p:blipFill>
          <a:blip r:embed="rId6">
            <a:alphaModFix/>
          </a:blip>
          <a:stretch>
            <a:fillRect/>
          </a:stretch>
        </p:blipFill>
        <p:spPr>
          <a:xfrm>
            <a:off x="2308954" y="366838"/>
            <a:ext cx="12966901" cy="95533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28d57d6221e450af_78"/>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0" l="-12839" r="-12839" t="0"/>
            </a:stretch>
          </a:blipFill>
          <a:ln>
            <a:noFill/>
          </a:ln>
        </p:spPr>
      </p:sp>
      <p:sp>
        <p:nvSpPr>
          <p:cNvPr id="185" name="Google Shape;185;g28d57d6221e450af_78"/>
          <p:cNvSpPr/>
          <p:nvPr/>
        </p:nvSpPr>
        <p:spPr>
          <a:xfrm rot="5400000">
            <a:off x="3299967" y="-3603831"/>
            <a:ext cx="10526202" cy="17537713"/>
          </a:xfrm>
          <a:custGeom>
            <a:rect b="b" l="l" r="r" t="t"/>
            <a:pathLst>
              <a:path extrusionOk="0" h="9531366" w="6791098">
                <a:moveTo>
                  <a:pt x="0" y="0"/>
                </a:moveTo>
                <a:lnTo>
                  <a:pt x="6791098" y="0"/>
                </a:lnTo>
                <a:lnTo>
                  <a:pt x="6791098" y="9531366"/>
                </a:lnTo>
                <a:lnTo>
                  <a:pt x="0" y="9531366"/>
                </a:lnTo>
                <a:lnTo>
                  <a:pt x="0" y="0"/>
                </a:lnTo>
                <a:close/>
              </a:path>
            </a:pathLst>
          </a:custGeom>
          <a:blipFill rotWithShape="1">
            <a:blip r:embed="rId4">
              <a:alphaModFix/>
            </a:blip>
            <a:stretch>
              <a:fillRect b="0" l="0" r="0" t="0"/>
            </a:stretch>
          </a:blipFill>
          <a:ln>
            <a:noFill/>
          </a:ln>
        </p:spPr>
      </p:sp>
      <p:sp>
        <p:nvSpPr>
          <p:cNvPr id="186" name="Google Shape;186;g28d57d6221e450af_78"/>
          <p:cNvSpPr/>
          <p:nvPr/>
        </p:nvSpPr>
        <p:spPr>
          <a:xfrm rot="1674731">
            <a:off x="15195628" y="-249083"/>
            <a:ext cx="4123774" cy="2211842"/>
          </a:xfrm>
          <a:custGeom>
            <a:rect b="b" l="l" r="r" t="t"/>
            <a:pathLst>
              <a:path extrusionOk="0" h="2214765" w="4129223">
                <a:moveTo>
                  <a:pt x="0" y="0"/>
                </a:moveTo>
                <a:lnTo>
                  <a:pt x="4129222" y="0"/>
                </a:lnTo>
                <a:lnTo>
                  <a:pt x="4129222" y="2214765"/>
                </a:lnTo>
                <a:lnTo>
                  <a:pt x="0" y="2214765"/>
                </a:lnTo>
                <a:lnTo>
                  <a:pt x="0" y="0"/>
                </a:lnTo>
                <a:close/>
              </a:path>
            </a:pathLst>
          </a:custGeom>
          <a:blipFill rotWithShape="1">
            <a:blip r:embed="rId5">
              <a:alphaModFix amt="58999"/>
            </a:blip>
            <a:stretch>
              <a:fillRect b="0" l="0" r="0" t="0"/>
            </a:stretch>
          </a:blipFill>
          <a:ln>
            <a:noFill/>
          </a:ln>
        </p:spPr>
      </p:sp>
      <p:sp>
        <p:nvSpPr>
          <p:cNvPr id="187" name="Google Shape;187;g28d57d6221e450af_78"/>
          <p:cNvSpPr/>
          <p:nvPr/>
        </p:nvSpPr>
        <p:spPr>
          <a:xfrm rot="1674731">
            <a:off x="-1371867" y="9010852"/>
            <a:ext cx="4123774" cy="2211842"/>
          </a:xfrm>
          <a:custGeom>
            <a:rect b="b" l="l" r="r" t="t"/>
            <a:pathLst>
              <a:path extrusionOk="0" h="2214765" w="4129223">
                <a:moveTo>
                  <a:pt x="0" y="0"/>
                </a:moveTo>
                <a:lnTo>
                  <a:pt x="4129223" y="0"/>
                </a:lnTo>
                <a:lnTo>
                  <a:pt x="4129223" y="2214765"/>
                </a:lnTo>
                <a:lnTo>
                  <a:pt x="0" y="2214765"/>
                </a:lnTo>
                <a:lnTo>
                  <a:pt x="0" y="0"/>
                </a:lnTo>
                <a:close/>
              </a:path>
            </a:pathLst>
          </a:custGeom>
          <a:blipFill rotWithShape="1">
            <a:blip r:embed="rId5">
              <a:alphaModFix amt="58999"/>
            </a:blip>
            <a:stretch>
              <a:fillRect b="0" l="0" r="0" t="0"/>
            </a:stretch>
          </a:blipFill>
          <a:ln>
            <a:noFill/>
          </a:ln>
        </p:spPr>
      </p:sp>
      <p:pic>
        <p:nvPicPr>
          <p:cNvPr id="188" name="Google Shape;188;g28d57d6221e450af_78"/>
          <p:cNvPicPr preferRelativeResize="0"/>
          <p:nvPr/>
        </p:nvPicPr>
        <p:blipFill>
          <a:blip r:embed="rId6">
            <a:alphaModFix/>
          </a:blip>
          <a:stretch>
            <a:fillRect/>
          </a:stretch>
        </p:blipFill>
        <p:spPr>
          <a:xfrm>
            <a:off x="2353904" y="441224"/>
            <a:ext cx="12673622" cy="94476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d84dfda7cce4451_0"/>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0" l="-12839" r="-12839" t="0"/>
            </a:stretch>
          </a:blipFill>
          <a:ln>
            <a:noFill/>
          </a:ln>
        </p:spPr>
      </p:sp>
      <p:sp>
        <p:nvSpPr>
          <p:cNvPr id="194" name="Google Shape;194;g3d84dfda7cce4451_0"/>
          <p:cNvSpPr/>
          <p:nvPr/>
        </p:nvSpPr>
        <p:spPr>
          <a:xfrm rot="5400000">
            <a:off x="3299967" y="-3603831"/>
            <a:ext cx="10526202" cy="17537713"/>
          </a:xfrm>
          <a:custGeom>
            <a:rect b="b" l="l" r="r" t="t"/>
            <a:pathLst>
              <a:path extrusionOk="0" h="9531366" w="6791098">
                <a:moveTo>
                  <a:pt x="0" y="0"/>
                </a:moveTo>
                <a:lnTo>
                  <a:pt x="6791098" y="0"/>
                </a:lnTo>
                <a:lnTo>
                  <a:pt x="6791098" y="9531366"/>
                </a:lnTo>
                <a:lnTo>
                  <a:pt x="0" y="9531366"/>
                </a:lnTo>
                <a:lnTo>
                  <a:pt x="0" y="0"/>
                </a:lnTo>
                <a:close/>
              </a:path>
            </a:pathLst>
          </a:custGeom>
          <a:blipFill rotWithShape="1">
            <a:blip r:embed="rId4">
              <a:alphaModFix/>
            </a:blip>
            <a:stretch>
              <a:fillRect b="0" l="0" r="0" t="0"/>
            </a:stretch>
          </a:blipFill>
          <a:ln>
            <a:noFill/>
          </a:ln>
        </p:spPr>
      </p:sp>
      <p:sp>
        <p:nvSpPr>
          <p:cNvPr id="195" name="Google Shape;195;g3d84dfda7cce4451_0"/>
          <p:cNvSpPr/>
          <p:nvPr/>
        </p:nvSpPr>
        <p:spPr>
          <a:xfrm rot="1674731">
            <a:off x="15195628" y="-249083"/>
            <a:ext cx="4123774" cy="2211842"/>
          </a:xfrm>
          <a:custGeom>
            <a:rect b="b" l="l" r="r" t="t"/>
            <a:pathLst>
              <a:path extrusionOk="0" h="2214765" w="4129223">
                <a:moveTo>
                  <a:pt x="0" y="0"/>
                </a:moveTo>
                <a:lnTo>
                  <a:pt x="4129222" y="0"/>
                </a:lnTo>
                <a:lnTo>
                  <a:pt x="4129222" y="2214765"/>
                </a:lnTo>
                <a:lnTo>
                  <a:pt x="0" y="2214765"/>
                </a:lnTo>
                <a:lnTo>
                  <a:pt x="0" y="0"/>
                </a:lnTo>
                <a:close/>
              </a:path>
            </a:pathLst>
          </a:custGeom>
          <a:blipFill rotWithShape="1">
            <a:blip r:embed="rId5">
              <a:alphaModFix amt="58999"/>
            </a:blip>
            <a:stretch>
              <a:fillRect b="0" l="0" r="0" t="0"/>
            </a:stretch>
          </a:blipFill>
          <a:ln>
            <a:noFill/>
          </a:ln>
        </p:spPr>
      </p:sp>
      <p:sp>
        <p:nvSpPr>
          <p:cNvPr id="196" name="Google Shape;196;g3d84dfda7cce4451_0"/>
          <p:cNvSpPr/>
          <p:nvPr/>
        </p:nvSpPr>
        <p:spPr>
          <a:xfrm rot="1674731">
            <a:off x="-1371867" y="9010852"/>
            <a:ext cx="4123774" cy="2211842"/>
          </a:xfrm>
          <a:custGeom>
            <a:rect b="b" l="l" r="r" t="t"/>
            <a:pathLst>
              <a:path extrusionOk="0" h="2214765" w="4129223">
                <a:moveTo>
                  <a:pt x="0" y="0"/>
                </a:moveTo>
                <a:lnTo>
                  <a:pt x="4129223" y="0"/>
                </a:lnTo>
                <a:lnTo>
                  <a:pt x="4129223" y="2214765"/>
                </a:lnTo>
                <a:lnTo>
                  <a:pt x="0" y="2214765"/>
                </a:lnTo>
                <a:lnTo>
                  <a:pt x="0" y="0"/>
                </a:lnTo>
                <a:close/>
              </a:path>
            </a:pathLst>
          </a:custGeom>
          <a:blipFill rotWithShape="1">
            <a:blip r:embed="rId5">
              <a:alphaModFix amt="58999"/>
            </a:blip>
            <a:stretch>
              <a:fillRect b="0" l="0" r="0" t="0"/>
            </a:stretch>
          </a:blipFill>
          <a:ln>
            <a:noFill/>
          </a:ln>
        </p:spPr>
      </p:sp>
      <p:pic>
        <p:nvPicPr>
          <p:cNvPr id="197" name="Google Shape;197;g3d84dfda7cce4451_0"/>
          <p:cNvPicPr preferRelativeResize="0"/>
          <p:nvPr/>
        </p:nvPicPr>
        <p:blipFill rotWithShape="1">
          <a:blip r:embed="rId6">
            <a:alphaModFix/>
          </a:blip>
          <a:srcRect b="8392" l="5686" r="5330" t="31581"/>
          <a:stretch/>
        </p:blipFill>
        <p:spPr>
          <a:xfrm>
            <a:off x="2700621" y="3102321"/>
            <a:ext cx="11432275" cy="5788150"/>
          </a:xfrm>
          <a:prstGeom prst="rect">
            <a:avLst/>
          </a:prstGeom>
          <a:noFill/>
          <a:ln>
            <a:noFill/>
          </a:ln>
        </p:spPr>
      </p:pic>
      <p:sp>
        <p:nvSpPr>
          <p:cNvPr id="198" name="Google Shape;198;g3d84dfda7cce4451_0"/>
          <p:cNvSpPr txBox="1"/>
          <p:nvPr/>
        </p:nvSpPr>
        <p:spPr>
          <a:xfrm>
            <a:off x="1319550" y="1145525"/>
            <a:ext cx="15648900" cy="2424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chemeClr val="dk1"/>
              </a:buClr>
              <a:buSzPts val="3110"/>
              <a:buFont typeface="Arial"/>
              <a:buNone/>
            </a:pPr>
            <a:r>
              <a:rPr lang="en-US" sz="3509">
                <a:solidFill>
                  <a:srgbClr val="000102"/>
                </a:solidFill>
                <a:latin typeface="Gochi Hand"/>
                <a:ea typeface="Gochi Hand"/>
                <a:cs typeface="Gochi Hand"/>
                <a:sym typeface="Gochi Hand"/>
              </a:rPr>
              <a:t>Make notes for a paragraph to answer this question. Use the notes to write the paragraph (to be done in your journals; word limit 120-150).</a:t>
            </a:r>
            <a:endParaRPr b="0" i="0" sz="3509" u="none" cap="none" strike="noStrike">
              <a:solidFill>
                <a:srgbClr val="000102"/>
              </a:solidFill>
              <a:latin typeface="Gochi Hand"/>
              <a:ea typeface="Gochi Hand"/>
              <a:cs typeface="Gochi Hand"/>
              <a:sym typeface="Gochi Hand"/>
            </a:endParaRPr>
          </a:p>
          <a:p>
            <a:pPr indent="0" lvl="0" marL="0" marR="0" rtl="0" algn="l">
              <a:lnSpc>
                <a:spcPct val="140019"/>
              </a:lnSpc>
              <a:spcBef>
                <a:spcPts val="0"/>
              </a:spcBef>
              <a:spcAft>
                <a:spcPts val="0"/>
              </a:spcAft>
              <a:buClr>
                <a:srgbClr val="000000"/>
              </a:buClr>
              <a:buSzPts val="4218"/>
              <a:buFont typeface="Arial"/>
              <a:buNone/>
            </a:pPr>
            <a:r>
              <a:t/>
            </a:r>
            <a:endParaRPr b="0" i="0" sz="4218" u="none" cap="none" strike="noStrike">
              <a:solidFill>
                <a:srgbClr val="000102"/>
              </a:solidFill>
              <a:latin typeface="Gochi Hand"/>
              <a:ea typeface="Gochi Hand"/>
              <a:cs typeface="Gochi Hand"/>
              <a:sym typeface="Gochi Han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d84dfda7cce4451_9"/>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0" l="-12839" r="-12839" t="0"/>
            </a:stretch>
          </a:blipFill>
          <a:ln>
            <a:noFill/>
          </a:ln>
        </p:spPr>
      </p:sp>
      <p:sp>
        <p:nvSpPr>
          <p:cNvPr id="204" name="Google Shape;204;g3d84dfda7cce4451_9"/>
          <p:cNvSpPr/>
          <p:nvPr/>
        </p:nvSpPr>
        <p:spPr>
          <a:xfrm rot="5400000">
            <a:off x="3872143" y="-4316380"/>
            <a:ext cx="10526202" cy="18919762"/>
          </a:xfrm>
          <a:custGeom>
            <a:rect b="b" l="l" r="r" t="t"/>
            <a:pathLst>
              <a:path extrusionOk="0" h="9531366" w="6791098">
                <a:moveTo>
                  <a:pt x="0" y="0"/>
                </a:moveTo>
                <a:lnTo>
                  <a:pt x="6791098" y="0"/>
                </a:lnTo>
                <a:lnTo>
                  <a:pt x="6791098" y="9531366"/>
                </a:lnTo>
                <a:lnTo>
                  <a:pt x="0" y="9531366"/>
                </a:lnTo>
                <a:lnTo>
                  <a:pt x="0" y="0"/>
                </a:lnTo>
                <a:close/>
              </a:path>
            </a:pathLst>
          </a:custGeom>
          <a:blipFill rotWithShape="1">
            <a:blip r:embed="rId4">
              <a:alphaModFix/>
            </a:blip>
            <a:stretch>
              <a:fillRect b="0" l="0" r="0" t="0"/>
            </a:stretch>
          </a:blipFill>
          <a:ln>
            <a:noFill/>
          </a:ln>
        </p:spPr>
      </p:sp>
      <p:sp>
        <p:nvSpPr>
          <p:cNvPr id="205" name="Google Shape;205;g3d84dfda7cce4451_9"/>
          <p:cNvSpPr/>
          <p:nvPr/>
        </p:nvSpPr>
        <p:spPr>
          <a:xfrm rot="1674731">
            <a:off x="15195628" y="-249083"/>
            <a:ext cx="4123774" cy="2211842"/>
          </a:xfrm>
          <a:custGeom>
            <a:rect b="b" l="l" r="r" t="t"/>
            <a:pathLst>
              <a:path extrusionOk="0" h="2214765" w="4129223">
                <a:moveTo>
                  <a:pt x="0" y="0"/>
                </a:moveTo>
                <a:lnTo>
                  <a:pt x="4129222" y="0"/>
                </a:lnTo>
                <a:lnTo>
                  <a:pt x="4129222" y="2214765"/>
                </a:lnTo>
                <a:lnTo>
                  <a:pt x="0" y="2214765"/>
                </a:lnTo>
                <a:lnTo>
                  <a:pt x="0" y="0"/>
                </a:lnTo>
                <a:close/>
              </a:path>
            </a:pathLst>
          </a:custGeom>
          <a:blipFill rotWithShape="1">
            <a:blip r:embed="rId5">
              <a:alphaModFix amt="58999"/>
            </a:blip>
            <a:stretch>
              <a:fillRect b="0" l="0" r="0" t="0"/>
            </a:stretch>
          </a:blipFill>
          <a:ln>
            <a:noFill/>
          </a:ln>
        </p:spPr>
      </p:sp>
      <p:sp>
        <p:nvSpPr>
          <p:cNvPr id="206" name="Google Shape;206;g3d84dfda7cce4451_9"/>
          <p:cNvSpPr/>
          <p:nvPr/>
        </p:nvSpPr>
        <p:spPr>
          <a:xfrm rot="1674731">
            <a:off x="-1371867" y="9010852"/>
            <a:ext cx="4123774" cy="2211842"/>
          </a:xfrm>
          <a:custGeom>
            <a:rect b="b" l="l" r="r" t="t"/>
            <a:pathLst>
              <a:path extrusionOk="0" h="2214765" w="4129223">
                <a:moveTo>
                  <a:pt x="0" y="0"/>
                </a:moveTo>
                <a:lnTo>
                  <a:pt x="4129223" y="0"/>
                </a:lnTo>
                <a:lnTo>
                  <a:pt x="4129223" y="2214765"/>
                </a:lnTo>
                <a:lnTo>
                  <a:pt x="0" y="2214765"/>
                </a:lnTo>
                <a:lnTo>
                  <a:pt x="0" y="0"/>
                </a:lnTo>
                <a:close/>
              </a:path>
            </a:pathLst>
          </a:custGeom>
          <a:blipFill rotWithShape="1">
            <a:blip r:embed="rId5">
              <a:alphaModFix amt="58999"/>
            </a:blip>
            <a:stretch>
              <a:fillRect b="0" l="0" r="0" t="0"/>
            </a:stretch>
          </a:blipFill>
          <a:ln>
            <a:noFill/>
          </a:ln>
        </p:spPr>
      </p:sp>
      <p:sp>
        <p:nvSpPr>
          <p:cNvPr id="207" name="Google Shape;207;g3d84dfda7cce4451_9"/>
          <p:cNvSpPr txBox="1"/>
          <p:nvPr/>
        </p:nvSpPr>
        <p:spPr>
          <a:xfrm>
            <a:off x="1310800" y="497225"/>
            <a:ext cx="16059000" cy="10341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chemeClr val="dk1"/>
              </a:buClr>
              <a:buSzPts val="3110"/>
              <a:buFont typeface="Arial"/>
              <a:buNone/>
            </a:pPr>
            <a:r>
              <a:rPr lang="en-US" sz="3509">
                <a:solidFill>
                  <a:srgbClr val="000102"/>
                </a:solidFill>
                <a:latin typeface="Gochi Hand"/>
                <a:ea typeface="Gochi Hand"/>
                <a:cs typeface="Gochi Hand"/>
                <a:sym typeface="Gochi Hand"/>
              </a:rPr>
              <a:t>Sample answers - Viewpoint 1: </a:t>
            </a:r>
            <a:r>
              <a:rPr lang="en-US" sz="5000">
                <a:solidFill>
                  <a:srgbClr val="000102"/>
                </a:solidFill>
                <a:latin typeface="Gochi Hand"/>
                <a:ea typeface="Gochi Hand"/>
                <a:cs typeface="Gochi Hand"/>
                <a:sym typeface="Gochi Hand"/>
              </a:rPr>
              <a:t>Students should NOT be paid</a:t>
            </a:r>
            <a:endParaRPr sz="5000">
              <a:solidFill>
                <a:srgbClr val="000102"/>
              </a:solidFill>
              <a:latin typeface="Gochi Hand"/>
              <a:ea typeface="Gochi Hand"/>
              <a:cs typeface="Gochi Hand"/>
              <a:sym typeface="Gochi Hand"/>
            </a:endParaRPr>
          </a:p>
          <a:p>
            <a:pPr indent="0" lvl="0" marL="0" marR="0" rtl="0" algn="l">
              <a:lnSpc>
                <a:spcPct val="140000"/>
              </a:lnSpc>
              <a:spcBef>
                <a:spcPts val="0"/>
              </a:spcBef>
              <a:spcAft>
                <a:spcPts val="0"/>
              </a:spcAft>
              <a:buClr>
                <a:schemeClr val="dk1"/>
              </a:buClr>
              <a:buSzPts val="3110"/>
              <a:buFont typeface="Arial"/>
              <a:buNone/>
            </a:pPr>
            <a:r>
              <a:rPr lang="en-US" sz="3509" u="sng">
                <a:solidFill>
                  <a:srgbClr val="000102"/>
                </a:solidFill>
                <a:latin typeface="Gochi Hand"/>
                <a:ea typeface="Gochi Hand"/>
                <a:cs typeface="Gochi Hand"/>
                <a:sym typeface="Gochi Hand"/>
              </a:rPr>
              <a:t>Point</a:t>
            </a:r>
            <a:r>
              <a:rPr lang="en-US" sz="3509">
                <a:solidFill>
                  <a:srgbClr val="000102"/>
                </a:solidFill>
                <a:latin typeface="Gochi Hand"/>
                <a:ea typeface="Gochi Hand"/>
                <a:cs typeface="Gochi Hand"/>
                <a:sym typeface="Gochi Hand"/>
              </a:rPr>
              <a:t>:Students should not be paid to go to school because education is a responsibility, not a job.</a:t>
            </a:r>
            <a:endParaRPr sz="3509">
              <a:solidFill>
                <a:srgbClr val="000102"/>
              </a:solidFill>
              <a:latin typeface="Gochi Hand"/>
              <a:ea typeface="Gochi Hand"/>
              <a:cs typeface="Gochi Hand"/>
              <a:sym typeface="Gochi Hand"/>
            </a:endParaRPr>
          </a:p>
          <a:p>
            <a:pPr indent="0" lvl="0" marL="0" marR="0" rtl="0" algn="l">
              <a:lnSpc>
                <a:spcPct val="140000"/>
              </a:lnSpc>
              <a:spcBef>
                <a:spcPts val="0"/>
              </a:spcBef>
              <a:spcAft>
                <a:spcPts val="0"/>
              </a:spcAft>
              <a:buClr>
                <a:schemeClr val="dk1"/>
              </a:buClr>
              <a:buSzPts val="3110"/>
              <a:buFont typeface="Arial"/>
              <a:buNone/>
            </a:pPr>
            <a:r>
              <a:rPr lang="en-US" sz="3509" u="sng">
                <a:solidFill>
                  <a:srgbClr val="000102"/>
                </a:solidFill>
                <a:latin typeface="Gochi Hand"/>
                <a:ea typeface="Gochi Hand"/>
                <a:cs typeface="Gochi Hand"/>
                <a:sym typeface="Gochi Hand"/>
              </a:rPr>
              <a:t>Evidence</a:t>
            </a:r>
            <a:r>
              <a:rPr lang="en-US" sz="3509">
                <a:solidFill>
                  <a:srgbClr val="000102"/>
                </a:solidFill>
                <a:latin typeface="Gochi Hand"/>
                <a:ea typeface="Gochi Hand"/>
                <a:cs typeface="Gochi Hand"/>
                <a:sym typeface="Gochi Hand"/>
              </a:rPr>
              <a:t>: School already provides important benefits such as knowledge, qualifications, and skills that help students succeed in the future.</a:t>
            </a:r>
            <a:endParaRPr sz="3509">
              <a:solidFill>
                <a:srgbClr val="000102"/>
              </a:solidFill>
              <a:latin typeface="Gochi Hand"/>
              <a:ea typeface="Gochi Hand"/>
              <a:cs typeface="Gochi Hand"/>
              <a:sym typeface="Gochi Hand"/>
            </a:endParaRPr>
          </a:p>
          <a:p>
            <a:pPr indent="0" lvl="0" marL="0" marR="0" rtl="0" algn="l">
              <a:lnSpc>
                <a:spcPct val="140000"/>
              </a:lnSpc>
              <a:spcBef>
                <a:spcPts val="0"/>
              </a:spcBef>
              <a:spcAft>
                <a:spcPts val="0"/>
              </a:spcAft>
              <a:buClr>
                <a:schemeClr val="dk1"/>
              </a:buClr>
              <a:buSzPts val="3110"/>
              <a:buFont typeface="Arial"/>
              <a:buNone/>
            </a:pPr>
            <a:r>
              <a:rPr lang="en-US" sz="3509" u="sng">
                <a:solidFill>
                  <a:srgbClr val="000102"/>
                </a:solidFill>
                <a:latin typeface="Gochi Hand"/>
                <a:ea typeface="Gochi Hand"/>
                <a:cs typeface="Gochi Hand"/>
                <a:sym typeface="Gochi Hand"/>
              </a:rPr>
              <a:t>Explain</a:t>
            </a:r>
            <a:r>
              <a:rPr lang="en-US" sz="3509">
                <a:solidFill>
                  <a:srgbClr val="000102"/>
                </a:solidFill>
                <a:latin typeface="Gochi Hand"/>
                <a:ea typeface="Gochi Hand"/>
                <a:cs typeface="Gochi Hand"/>
                <a:sym typeface="Gochi Hand"/>
              </a:rPr>
              <a:t>: For example, students who work hard in school gain skills like problem-solving and communication, which are essential for future careers. Paying students could reduce their motivation to learn, as they may focus more on earning money than understanding their subjects. It could also create unfair pressure on students who struggle with attendance.</a:t>
            </a:r>
            <a:endParaRPr sz="3509">
              <a:solidFill>
                <a:srgbClr val="000102"/>
              </a:solidFill>
              <a:latin typeface="Gochi Hand"/>
              <a:ea typeface="Gochi Hand"/>
              <a:cs typeface="Gochi Hand"/>
              <a:sym typeface="Gochi Hand"/>
            </a:endParaRPr>
          </a:p>
          <a:p>
            <a:pPr indent="0" lvl="0" marL="0" marR="0" rtl="0" algn="l">
              <a:lnSpc>
                <a:spcPct val="140000"/>
              </a:lnSpc>
              <a:spcBef>
                <a:spcPts val="0"/>
              </a:spcBef>
              <a:spcAft>
                <a:spcPts val="0"/>
              </a:spcAft>
              <a:buClr>
                <a:schemeClr val="dk1"/>
              </a:buClr>
              <a:buSzPts val="3110"/>
              <a:buFont typeface="Arial"/>
              <a:buNone/>
            </a:pPr>
            <a:r>
              <a:rPr lang="en-US" sz="3509" u="sng">
                <a:solidFill>
                  <a:srgbClr val="000102"/>
                </a:solidFill>
                <a:latin typeface="Gochi Hand"/>
                <a:ea typeface="Gochi Hand"/>
                <a:cs typeface="Gochi Hand"/>
                <a:sym typeface="Gochi Hand"/>
              </a:rPr>
              <a:t>Link</a:t>
            </a:r>
            <a:r>
              <a:rPr lang="en-US" sz="3509">
                <a:solidFill>
                  <a:srgbClr val="000102"/>
                </a:solidFill>
                <a:latin typeface="Gochi Hand"/>
                <a:ea typeface="Gochi Hand"/>
                <a:cs typeface="Gochi Hand"/>
                <a:sym typeface="Gochi Hand"/>
              </a:rPr>
              <a:t>: Therefore, students should attend school to prepare for their future, not to receive payment.</a:t>
            </a:r>
            <a:endParaRPr sz="3509">
              <a:solidFill>
                <a:srgbClr val="000102"/>
              </a:solidFill>
              <a:latin typeface="Gochi Hand"/>
              <a:ea typeface="Gochi Hand"/>
              <a:cs typeface="Gochi Hand"/>
              <a:sym typeface="Gochi Hand"/>
            </a:endParaRPr>
          </a:p>
          <a:p>
            <a:pPr indent="0" lvl="0" marL="0" marR="0" rtl="0" algn="l">
              <a:lnSpc>
                <a:spcPct val="140019"/>
              </a:lnSpc>
              <a:spcBef>
                <a:spcPts val="0"/>
              </a:spcBef>
              <a:spcAft>
                <a:spcPts val="0"/>
              </a:spcAft>
              <a:buClr>
                <a:srgbClr val="000000"/>
              </a:buClr>
              <a:buSzPts val="4218"/>
              <a:buFont typeface="Arial"/>
              <a:buNone/>
            </a:pPr>
            <a:r>
              <a:t/>
            </a:r>
            <a:endParaRPr b="0" i="0" sz="4218" u="none" cap="none" strike="noStrike">
              <a:solidFill>
                <a:srgbClr val="000102"/>
              </a:solidFill>
              <a:latin typeface="Gochi Hand"/>
              <a:ea typeface="Gochi Hand"/>
              <a:cs typeface="Gochi Hand"/>
              <a:sym typeface="Gochi Han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3d84dfda7cce4451_17"/>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0" l="-12839" r="-12839" t="0"/>
            </a:stretch>
          </a:blipFill>
          <a:ln>
            <a:noFill/>
          </a:ln>
        </p:spPr>
      </p:sp>
      <p:sp>
        <p:nvSpPr>
          <p:cNvPr id="213" name="Google Shape;213;g3d84dfda7cce4451_17"/>
          <p:cNvSpPr/>
          <p:nvPr/>
        </p:nvSpPr>
        <p:spPr>
          <a:xfrm rot="5400000">
            <a:off x="3872143" y="-4316380"/>
            <a:ext cx="10526202" cy="18919762"/>
          </a:xfrm>
          <a:custGeom>
            <a:rect b="b" l="l" r="r" t="t"/>
            <a:pathLst>
              <a:path extrusionOk="0" h="9531366" w="6791098">
                <a:moveTo>
                  <a:pt x="0" y="0"/>
                </a:moveTo>
                <a:lnTo>
                  <a:pt x="6791098" y="0"/>
                </a:lnTo>
                <a:lnTo>
                  <a:pt x="6791098" y="9531366"/>
                </a:lnTo>
                <a:lnTo>
                  <a:pt x="0" y="9531366"/>
                </a:lnTo>
                <a:lnTo>
                  <a:pt x="0" y="0"/>
                </a:lnTo>
                <a:close/>
              </a:path>
            </a:pathLst>
          </a:custGeom>
          <a:blipFill rotWithShape="1">
            <a:blip r:embed="rId4">
              <a:alphaModFix/>
            </a:blip>
            <a:stretch>
              <a:fillRect b="0" l="0" r="0" t="0"/>
            </a:stretch>
          </a:blipFill>
          <a:ln>
            <a:noFill/>
          </a:ln>
        </p:spPr>
      </p:sp>
      <p:sp>
        <p:nvSpPr>
          <p:cNvPr id="214" name="Google Shape;214;g3d84dfda7cce4451_17"/>
          <p:cNvSpPr/>
          <p:nvPr/>
        </p:nvSpPr>
        <p:spPr>
          <a:xfrm rot="1674731">
            <a:off x="15195628" y="-249083"/>
            <a:ext cx="4123774" cy="2211842"/>
          </a:xfrm>
          <a:custGeom>
            <a:rect b="b" l="l" r="r" t="t"/>
            <a:pathLst>
              <a:path extrusionOk="0" h="2214765" w="4129223">
                <a:moveTo>
                  <a:pt x="0" y="0"/>
                </a:moveTo>
                <a:lnTo>
                  <a:pt x="4129222" y="0"/>
                </a:lnTo>
                <a:lnTo>
                  <a:pt x="4129222" y="2214765"/>
                </a:lnTo>
                <a:lnTo>
                  <a:pt x="0" y="2214765"/>
                </a:lnTo>
                <a:lnTo>
                  <a:pt x="0" y="0"/>
                </a:lnTo>
                <a:close/>
              </a:path>
            </a:pathLst>
          </a:custGeom>
          <a:blipFill rotWithShape="1">
            <a:blip r:embed="rId5">
              <a:alphaModFix amt="58999"/>
            </a:blip>
            <a:stretch>
              <a:fillRect b="0" l="0" r="0" t="0"/>
            </a:stretch>
          </a:blipFill>
          <a:ln>
            <a:noFill/>
          </a:ln>
        </p:spPr>
      </p:sp>
      <p:sp>
        <p:nvSpPr>
          <p:cNvPr id="215" name="Google Shape;215;g3d84dfda7cce4451_17"/>
          <p:cNvSpPr/>
          <p:nvPr/>
        </p:nvSpPr>
        <p:spPr>
          <a:xfrm rot="1674731">
            <a:off x="-1371867" y="9010852"/>
            <a:ext cx="4123774" cy="2211842"/>
          </a:xfrm>
          <a:custGeom>
            <a:rect b="b" l="l" r="r" t="t"/>
            <a:pathLst>
              <a:path extrusionOk="0" h="2214765" w="4129223">
                <a:moveTo>
                  <a:pt x="0" y="0"/>
                </a:moveTo>
                <a:lnTo>
                  <a:pt x="4129223" y="0"/>
                </a:lnTo>
                <a:lnTo>
                  <a:pt x="4129223" y="2214765"/>
                </a:lnTo>
                <a:lnTo>
                  <a:pt x="0" y="2214765"/>
                </a:lnTo>
                <a:lnTo>
                  <a:pt x="0" y="0"/>
                </a:lnTo>
                <a:close/>
              </a:path>
            </a:pathLst>
          </a:custGeom>
          <a:blipFill rotWithShape="1">
            <a:blip r:embed="rId5">
              <a:alphaModFix amt="58999"/>
            </a:blip>
            <a:stretch>
              <a:fillRect b="0" l="0" r="0" t="0"/>
            </a:stretch>
          </a:blipFill>
          <a:ln>
            <a:noFill/>
          </a:ln>
        </p:spPr>
      </p:sp>
      <p:sp>
        <p:nvSpPr>
          <p:cNvPr id="216" name="Google Shape;216;g3d84dfda7cce4451_17"/>
          <p:cNvSpPr txBox="1"/>
          <p:nvPr/>
        </p:nvSpPr>
        <p:spPr>
          <a:xfrm>
            <a:off x="1082550" y="471213"/>
            <a:ext cx="16122900" cy="964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chemeClr val="dk1"/>
              </a:buClr>
              <a:buSzPts val="3110"/>
              <a:buFont typeface="Arial"/>
              <a:buNone/>
            </a:pPr>
            <a:r>
              <a:rPr lang="en-US" sz="3509">
                <a:solidFill>
                  <a:srgbClr val="000102"/>
                </a:solidFill>
                <a:latin typeface="Gochi Hand"/>
                <a:ea typeface="Gochi Hand"/>
                <a:cs typeface="Gochi Hand"/>
                <a:sym typeface="Gochi Hand"/>
              </a:rPr>
              <a:t>Sample answers - Viewpoint 2: </a:t>
            </a:r>
            <a:r>
              <a:rPr lang="en-US" sz="5300">
                <a:solidFill>
                  <a:srgbClr val="000102"/>
                </a:solidFill>
                <a:latin typeface="Gochi Hand"/>
                <a:ea typeface="Gochi Hand"/>
                <a:cs typeface="Gochi Hand"/>
                <a:sym typeface="Gochi Hand"/>
              </a:rPr>
              <a:t>Students SHOULD be paid</a:t>
            </a:r>
            <a:endParaRPr sz="5300">
              <a:solidFill>
                <a:srgbClr val="000102"/>
              </a:solidFill>
              <a:latin typeface="Gochi Hand"/>
              <a:ea typeface="Gochi Hand"/>
              <a:cs typeface="Gochi Hand"/>
              <a:sym typeface="Gochi Hand"/>
            </a:endParaRPr>
          </a:p>
          <a:p>
            <a:pPr indent="0" lvl="0" marL="0" marR="0" rtl="0" algn="l">
              <a:lnSpc>
                <a:spcPct val="140000"/>
              </a:lnSpc>
              <a:spcBef>
                <a:spcPts val="0"/>
              </a:spcBef>
              <a:spcAft>
                <a:spcPts val="0"/>
              </a:spcAft>
              <a:buClr>
                <a:schemeClr val="dk1"/>
              </a:buClr>
              <a:buSzPts val="3110"/>
              <a:buFont typeface="Arial"/>
              <a:buNone/>
            </a:pPr>
            <a:r>
              <a:rPr lang="en-US" sz="3509" u="sng">
                <a:solidFill>
                  <a:srgbClr val="000102"/>
                </a:solidFill>
                <a:latin typeface="Gochi Hand"/>
                <a:ea typeface="Gochi Hand"/>
                <a:cs typeface="Gochi Hand"/>
                <a:sym typeface="Gochi Hand"/>
              </a:rPr>
              <a:t>Point</a:t>
            </a:r>
            <a:r>
              <a:rPr lang="en-US" sz="3509">
                <a:solidFill>
                  <a:srgbClr val="000102"/>
                </a:solidFill>
                <a:latin typeface="Gochi Hand"/>
                <a:ea typeface="Gochi Hand"/>
                <a:cs typeface="Gochi Hand"/>
                <a:sym typeface="Gochi Hand"/>
              </a:rPr>
              <a:t>: Students should be paid to go to school because it would encourage better attendance and motivation.</a:t>
            </a:r>
            <a:endParaRPr sz="3509">
              <a:solidFill>
                <a:srgbClr val="000102"/>
              </a:solidFill>
              <a:latin typeface="Gochi Hand"/>
              <a:ea typeface="Gochi Hand"/>
              <a:cs typeface="Gochi Hand"/>
              <a:sym typeface="Gochi Hand"/>
            </a:endParaRPr>
          </a:p>
          <a:p>
            <a:pPr indent="0" lvl="0" marL="0" marR="0" rtl="0" algn="l">
              <a:lnSpc>
                <a:spcPct val="140000"/>
              </a:lnSpc>
              <a:spcBef>
                <a:spcPts val="0"/>
              </a:spcBef>
              <a:spcAft>
                <a:spcPts val="0"/>
              </a:spcAft>
              <a:buClr>
                <a:schemeClr val="dk1"/>
              </a:buClr>
              <a:buSzPts val="3110"/>
              <a:buFont typeface="Arial"/>
              <a:buNone/>
            </a:pPr>
            <a:r>
              <a:rPr lang="en-US" sz="3509" u="sng">
                <a:solidFill>
                  <a:srgbClr val="000102"/>
                </a:solidFill>
                <a:latin typeface="Gochi Hand"/>
                <a:ea typeface="Gochi Hand"/>
                <a:cs typeface="Gochi Hand"/>
                <a:sym typeface="Gochi Hand"/>
              </a:rPr>
              <a:t>Evidence</a:t>
            </a:r>
            <a:r>
              <a:rPr lang="en-US" sz="3509">
                <a:solidFill>
                  <a:srgbClr val="000102"/>
                </a:solidFill>
                <a:latin typeface="Gochi Hand"/>
                <a:ea typeface="Gochi Hand"/>
                <a:cs typeface="Gochi Hand"/>
                <a:sym typeface="Gochi Hand"/>
              </a:rPr>
              <a:t>: Many students struggle to stay engaged in school, especially when they face financial difficulties at home.</a:t>
            </a:r>
            <a:endParaRPr sz="3509">
              <a:solidFill>
                <a:srgbClr val="000102"/>
              </a:solidFill>
              <a:latin typeface="Gochi Hand"/>
              <a:ea typeface="Gochi Hand"/>
              <a:cs typeface="Gochi Hand"/>
              <a:sym typeface="Gochi Hand"/>
            </a:endParaRPr>
          </a:p>
          <a:p>
            <a:pPr indent="0" lvl="0" marL="0" marR="0" rtl="0" algn="l">
              <a:lnSpc>
                <a:spcPct val="140000"/>
              </a:lnSpc>
              <a:spcBef>
                <a:spcPts val="0"/>
              </a:spcBef>
              <a:spcAft>
                <a:spcPts val="0"/>
              </a:spcAft>
              <a:buClr>
                <a:schemeClr val="dk1"/>
              </a:buClr>
              <a:buSzPts val="3110"/>
              <a:buFont typeface="Arial"/>
              <a:buNone/>
            </a:pPr>
            <a:r>
              <a:rPr lang="en-US" sz="3509" u="sng">
                <a:solidFill>
                  <a:srgbClr val="000102"/>
                </a:solidFill>
                <a:latin typeface="Gochi Hand"/>
                <a:ea typeface="Gochi Hand"/>
                <a:cs typeface="Gochi Hand"/>
                <a:sym typeface="Gochi Hand"/>
              </a:rPr>
              <a:t>Explain</a:t>
            </a:r>
            <a:r>
              <a:rPr lang="en-US" sz="3509">
                <a:solidFill>
                  <a:srgbClr val="000102"/>
                </a:solidFill>
                <a:latin typeface="Gochi Hand"/>
                <a:ea typeface="Gochi Hand"/>
                <a:cs typeface="Gochi Hand"/>
                <a:sym typeface="Gochi Hand"/>
              </a:rPr>
              <a:t>: Paying students could act as an incentive, encouraging them to attend classes regularly and put more effort into their learning. For example, students who receive payment may feel more motivated to complete assignments and behave responsibly in class. This could also help reduce dropout rates.</a:t>
            </a:r>
            <a:endParaRPr sz="3509">
              <a:solidFill>
                <a:srgbClr val="000102"/>
              </a:solidFill>
              <a:latin typeface="Gochi Hand"/>
              <a:ea typeface="Gochi Hand"/>
              <a:cs typeface="Gochi Hand"/>
              <a:sym typeface="Gochi Hand"/>
            </a:endParaRPr>
          </a:p>
          <a:p>
            <a:pPr indent="0" lvl="0" marL="0" marR="0" rtl="0" algn="l">
              <a:lnSpc>
                <a:spcPct val="140000"/>
              </a:lnSpc>
              <a:spcBef>
                <a:spcPts val="0"/>
              </a:spcBef>
              <a:spcAft>
                <a:spcPts val="0"/>
              </a:spcAft>
              <a:buClr>
                <a:schemeClr val="dk1"/>
              </a:buClr>
              <a:buSzPts val="3110"/>
              <a:buFont typeface="Arial"/>
              <a:buNone/>
            </a:pPr>
            <a:r>
              <a:rPr lang="en-US" sz="3509" u="sng">
                <a:solidFill>
                  <a:srgbClr val="000102"/>
                </a:solidFill>
                <a:latin typeface="Gochi Hand"/>
                <a:ea typeface="Gochi Hand"/>
                <a:cs typeface="Gochi Hand"/>
                <a:sym typeface="Gochi Hand"/>
              </a:rPr>
              <a:t>Link</a:t>
            </a:r>
            <a:r>
              <a:rPr lang="en-US" sz="3509">
                <a:solidFill>
                  <a:srgbClr val="000102"/>
                </a:solidFill>
                <a:latin typeface="Gochi Hand"/>
                <a:ea typeface="Gochi Hand"/>
                <a:cs typeface="Gochi Hand"/>
                <a:sym typeface="Gochi Hand"/>
              </a:rPr>
              <a:t>: Therefore, paying students to attend school could improve motivation and help more students stay in education.</a:t>
            </a:r>
            <a:endParaRPr sz="3509">
              <a:solidFill>
                <a:srgbClr val="000102"/>
              </a:solidFill>
              <a:latin typeface="Gochi Hand"/>
              <a:ea typeface="Gochi Hand"/>
              <a:cs typeface="Gochi Hand"/>
              <a:sym typeface="Gochi Hand"/>
            </a:endParaRPr>
          </a:p>
          <a:p>
            <a:pPr indent="0" lvl="0" marL="0" marR="0" rtl="0" algn="l">
              <a:lnSpc>
                <a:spcPct val="140019"/>
              </a:lnSpc>
              <a:spcBef>
                <a:spcPts val="0"/>
              </a:spcBef>
              <a:spcAft>
                <a:spcPts val="0"/>
              </a:spcAft>
              <a:buClr>
                <a:srgbClr val="000000"/>
              </a:buClr>
              <a:buSzPts val="4218"/>
              <a:buFont typeface="Arial"/>
              <a:buNone/>
            </a:pPr>
            <a:r>
              <a:t/>
            </a:r>
            <a:endParaRPr b="0" i="0" sz="4218" u="none" cap="none" strike="noStrike">
              <a:solidFill>
                <a:srgbClr val="000102"/>
              </a:solidFill>
              <a:latin typeface="Gochi Hand"/>
              <a:ea typeface="Gochi Hand"/>
              <a:cs typeface="Gochi Hand"/>
              <a:sym typeface="Gochi Han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6ce64cbc1e297ab0_0"/>
          <p:cNvSpPr/>
          <p:nvPr/>
        </p:nvSpPr>
        <p:spPr>
          <a:xfrm rot="-5400000">
            <a:off x="4000500" y="-4000500"/>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0" l="-12838" r="-12838" t="0"/>
            </a:stretch>
          </a:blipFill>
          <a:ln>
            <a:noFill/>
          </a:ln>
        </p:spPr>
      </p:sp>
      <p:sp>
        <p:nvSpPr>
          <p:cNvPr id="222" name="Google Shape;222;g6ce64cbc1e297ab0_0"/>
          <p:cNvSpPr/>
          <p:nvPr/>
        </p:nvSpPr>
        <p:spPr>
          <a:xfrm rot="5400000">
            <a:off x="2874455" y="1097068"/>
            <a:ext cx="6791098" cy="9531366"/>
          </a:xfrm>
          <a:custGeom>
            <a:rect b="b" l="l" r="r" t="t"/>
            <a:pathLst>
              <a:path extrusionOk="0" h="9531366" w="6791098">
                <a:moveTo>
                  <a:pt x="0" y="0"/>
                </a:moveTo>
                <a:lnTo>
                  <a:pt x="6791098" y="0"/>
                </a:lnTo>
                <a:lnTo>
                  <a:pt x="6791098" y="9531366"/>
                </a:lnTo>
                <a:lnTo>
                  <a:pt x="0" y="9531366"/>
                </a:lnTo>
                <a:lnTo>
                  <a:pt x="0" y="0"/>
                </a:lnTo>
                <a:close/>
              </a:path>
            </a:pathLst>
          </a:custGeom>
          <a:blipFill rotWithShape="1">
            <a:blip r:embed="rId4">
              <a:alphaModFix/>
            </a:blip>
            <a:stretch>
              <a:fillRect b="0" l="0" r="0" t="0"/>
            </a:stretch>
          </a:blipFill>
          <a:ln>
            <a:noFill/>
          </a:ln>
        </p:spPr>
      </p:sp>
      <p:sp>
        <p:nvSpPr>
          <p:cNvPr id="223" name="Google Shape;223;g6ce64cbc1e297ab0_0"/>
          <p:cNvSpPr/>
          <p:nvPr/>
        </p:nvSpPr>
        <p:spPr>
          <a:xfrm rot="3748486">
            <a:off x="4986319" y="-2070217"/>
            <a:ext cx="4494629" cy="7144584"/>
          </a:xfrm>
          <a:custGeom>
            <a:rect b="b" l="l" r="r" t="t"/>
            <a:pathLst>
              <a:path extrusionOk="0" h="7139009" w="4491122">
                <a:moveTo>
                  <a:pt x="0" y="0"/>
                </a:moveTo>
                <a:lnTo>
                  <a:pt x="4491122" y="0"/>
                </a:lnTo>
                <a:lnTo>
                  <a:pt x="4491122" y="7139008"/>
                </a:lnTo>
                <a:lnTo>
                  <a:pt x="0" y="7139008"/>
                </a:lnTo>
                <a:lnTo>
                  <a:pt x="0" y="0"/>
                </a:lnTo>
                <a:close/>
              </a:path>
            </a:pathLst>
          </a:custGeom>
          <a:blipFill rotWithShape="1">
            <a:blip r:embed="rId5">
              <a:alphaModFix/>
            </a:blip>
            <a:stretch>
              <a:fillRect b="-27526" l="-167863" r="-95430" t="-24848"/>
            </a:stretch>
          </a:blipFill>
          <a:ln>
            <a:noFill/>
          </a:ln>
        </p:spPr>
      </p:sp>
      <p:sp>
        <p:nvSpPr>
          <p:cNvPr id="224" name="Google Shape;224;g6ce64cbc1e297ab0_0"/>
          <p:cNvSpPr/>
          <p:nvPr/>
        </p:nvSpPr>
        <p:spPr>
          <a:xfrm rot="535229">
            <a:off x="9444576" y="3943129"/>
            <a:ext cx="11442907" cy="5859722"/>
          </a:xfrm>
          <a:custGeom>
            <a:rect b="b" l="l" r="r" t="t"/>
            <a:pathLst>
              <a:path extrusionOk="0" h="5862122" w="11447594">
                <a:moveTo>
                  <a:pt x="0" y="0"/>
                </a:moveTo>
                <a:lnTo>
                  <a:pt x="11447594" y="0"/>
                </a:lnTo>
                <a:lnTo>
                  <a:pt x="11447594" y="5862122"/>
                </a:lnTo>
                <a:lnTo>
                  <a:pt x="0" y="5862122"/>
                </a:lnTo>
                <a:lnTo>
                  <a:pt x="0" y="0"/>
                </a:lnTo>
                <a:close/>
              </a:path>
            </a:pathLst>
          </a:custGeom>
          <a:blipFill rotWithShape="1">
            <a:blip r:embed="rId6">
              <a:alphaModFix/>
            </a:blip>
            <a:stretch>
              <a:fillRect b="0" l="0" r="0" t="0"/>
            </a:stretch>
          </a:blipFill>
          <a:ln>
            <a:noFill/>
          </a:ln>
        </p:spPr>
      </p:sp>
      <p:sp>
        <p:nvSpPr>
          <p:cNvPr id="225" name="Google Shape;225;g6ce64cbc1e297ab0_0"/>
          <p:cNvSpPr/>
          <p:nvPr/>
        </p:nvSpPr>
        <p:spPr>
          <a:xfrm rot="1674731">
            <a:off x="15195628" y="-249083"/>
            <a:ext cx="4123774" cy="2211842"/>
          </a:xfrm>
          <a:custGeom>
            <a:rect b="b" l="l" r="r" t="t"/>
            <a:pathLst>
              <a:path extrusionOk="0" h="2214765" w="4129223">
                <a:moveTo>
                  <a:pt x="0" y="0"/>
                </a:moveTo>
                <a:lnTo>
                  <a:pt x="4129222" y="0"/>
                </a:lnTo>
                <a:lnTo>
                  <a:pt x="4129222" y="2214765"/>
                </a:lnTo>
                <a:lnTo>
                  <a:pt x="0" y="2214765"/>
                </a:lnTo>
                <a:lnTo>
                  <a:pt x="0" y="0"/>
                </a:lnTo>
                <a:close/>
              </a:path>
            </a:pathLst>
          </a:custGeom>
          <a:blipFill rotWithShape="1">
            <a:blip r:embed="rId7">
              <a:alphaModFix amt="58999"/>
            </a:blip>
            <a:stretch>
              <a:fillRect b="0" l="0" r="0" t="0"/>
            </a:stretch>
          </a:blipFill>
          <a:ln>
            <a:noFill/>
          </a:ln>
        </p:spPr>
      </p:sp>
      <p:sp>
        <p:nvSpPr>
          <p:cNvPr id="226" name="Google Shape;226;g6ce64cbc1e297ab0_0"/>
          <p:cNvSpPr/>
          <p:nvPr/>
        </p:nvSpPr>
        <p:spPr>
          <a:xfrm rot="1674731">
            <a:off x="-1371867" y="9010852"/>
            <a:ext cx="4123774" cy="2211842"/>
          </a:xfrm>
          <a:custGeom>
            <a:rect b="b" l="l" r="r" t="t"/>
            <a:pathLst>
              <a:path extrusionOk="0" h="2214765" w="4129223">
                <a:moveTo>
                  <a:pt x="0" y="0"/>
                </a:moveTo>
                <a:lnTo>
                  <a:pt x="4129223" y="0"/>
                </a:lnTo>
                <a:lnTo>
                  <a:pt x="4129223" y="2214765"/>
                </a:lnTo>
                <a:lnTo>
                  <a:pt x="0" y="2214765"/>
                </a:lnTo>
                <a:lnTo>
                  <a:pt x="0" y="0"/>
                </a:lnTo>
                <a:close/>
              </a:path>
            </a:pathLst>
          </a:custGeom>
          <a:blipFill rotWithShape="1">
            <a:blip r:embed="rId7">
              <a:alphaModFix amt="58999"/>
            </a:blip>
            <a:stretch>
              <a:fillRect b="0" l="0" r="0" t="0"/>
            </a:stretch>
          </a:blipFill>
          <a:ln>
            <a:noFill/>
          </a:ln>
        </p:spPr>
      </p:sp>
      <p:sp>
        <p:nvSpPr>
          <p:cNvPr id="227" name="Google Shape;227;g6ce64cbc1e297ab0_0"/>
          <p:cNvSpPr txBox="1"/>
          <p:nvPr/>
        </p:nvSpPr>
        <p:spPr>
          <a:xfrm>
            <a:off x="2136094" y="3477512"/>
            <a:ext cx="8267700" cy="352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8175"/>
              <a:buFont typeface="Arial"/>
              <a:buNone/>
            </a:pPr>
            <a:r>
              <a:t/>
            </a:r>
            <a:endParaRPr b="0" i="0" sz="8175" u="none" cap="none" strike="noStrike">
              <a:solidFill>
                <a:srgbClr val="0B0E11"/>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8175"/>
              <a:buFont typeface="Arial"/>
              <a:buNone/>
            </a:pPr>
            <a:r>
              <a:rPr b="0" i="0" lang="en-US" sz="8175" u="none" cap="none" strike="noStrike">
                <a:solidFill>
                  <a:srgbClr val="0B0E11"/>
                </a:solidFill>
                <a:latin typeface="Arial"/>
                <a:ea typeface="Arial"/>
                <a:cs typeface="Arial"/>
                <a:sym typeface="Arial"/>
              </a:rPr>
              <a:t>THANK YOU</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